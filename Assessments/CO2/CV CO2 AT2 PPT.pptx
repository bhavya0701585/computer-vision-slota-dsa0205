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92E1626-7935-47B6-8D11-64C60501CE65}" v="1" dt="2026-08-12T04:10:33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D253-F469-1D71-C316-20998A2A63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4AD92F-4E68-9DF1-C6E5-B9DD0E7CF0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2AA27-405E-2D37-0082-3EB386A9F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88C0-126C-4FFB-288F-E0B8F7C8D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69EAA-BC24-18D0-611E-CDE13B7B5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18048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C344-7E32-784F-1F3E-FD534DBB8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DFEF1-1523-C787-BDD2-41618A036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BD5FE-23F8-0C70-3AAB-92961A381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72541-EF79-F8EA-860B-13142FD84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9DCE2-1C44-8087-6CEE-02C16D64E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19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89253-3867-C866-D74F-7D69F0A5E5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81C3F2-FBFC-5603-292F-1CCECFAED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D1927-9516-F598-C96E-CB152C276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C50FB3-4972-C156-D532-3DEF1D94B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13D485-1278-64AA-9A05-D02BC7C8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95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6269F-DC53-12EF-EAA9-F78395D54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C60CB-7694-5CEB-A316-3B36FC3FDB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F8E74B-A0C6-9DC0-466B-4270E3392D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670C6-6F51-1837-1AE4-098DABA17E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7693B4-7F5E-A08D-0150-D62CFED4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0B94CA-D83E-75B9-C2A7-E71DF65B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5822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90D6F-FF5D-BDBF-42F3-5F7F46D34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DD7FF-9D96-9BAA-F01D-0277FB8E5C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F1B2C-D659-8ED6-1282-1A63C2981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92D7D0-99E7-DE4B-5FFB-0AFC7C8AC1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1910E6C-9E7E-3487-2BA9-DF7C4800B4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6D80630-1BD9-D7A2-94AB-96BCE37F8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60F512-AC49-4C19-5805-FDF776912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5F15B49-42C6-6B96-90AB-976C945A1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718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3AD0C-40E1-B65A-7BEB-90A8CE796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67BFF1-2233-8E2E-215A-4536D8913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9A19A0-87AF-9F55-523D-BD7B2898D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703A1-D95F-2B27-6EF5-A2EA8EB5A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9885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EDE851-162E-0537-7C7A-CB8C02DD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C49B15-C7FB-051F-B916-BCC4F51C6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8A6169-3441-C89A-F4DA-22E0DEACF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5653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40955-2F6E-EF66-C81D-6D73C3F6A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9C7A2-7326-AE34-9B55-50E366132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29CA82-C5C2-FE90-DA8E-AA4D4B2BCC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0736F-9CBE-AD3E-4526-ECC9064DE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CCA9CE-6D56-0587-B75A-BF125B733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9AF2D3-354A-6FB0-037A-91F9A064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452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E2388-0AFE-55E6-C7DE-641AF2C2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34B472-1744-BC38-A4A1-30B23A8A6A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7C2DEF-1BAC-0CE1-6E9E-A02D26A18A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27C03B-3C37-5737-B0E9-B0FEBA455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F09635-76D9-2762-373E-859084D34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CDA298-C09F-01A3-6A36-FE400C757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5540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FF877-3454-65B1-78AA-B078B9B75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2DCEBA-E0E8-457D-0C36-AA5CB52532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73F84-DFC9-D78D-261E-DE7088AD4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858802-B691-3A53-79F9-BE90BA6C0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CC09B-F9A3-CD22-DEAC-4F8ADC1D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416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554000-0AFF-8654-7283-D2DF102761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66D1E-B8A1-6753-43F1-E01C93B71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171B5-0735-AE8F-14D7-4D8D8F5F6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1F012-7531-030D-174C-0C76DFB78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5C9A9-AC62-9C19-AABF-93F48F225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2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41F449-091E-2217-3766-3B8800F0F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FD92-5E38-B6E6-8CF3-7F794840A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D76035-9257-F0C1-524D-426A0D531B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4F22A4-DA03-4D21-9B5F-D1A126594F23}" type="datetimeFigureOut">
              <a:rPr lang="en-IN" smtClean="0"/>
              <a:t>12-08-2026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9D2D5C-9477-8AB3-4C00-EDC0CEAA6E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EEBB1-F841-BD12-7DAB-30F3B7673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58DFAA-4488-4938-9614-0E623DE7AD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0139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07FCE-D89F-2306-A385-0E994E0F89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SEGMENTING DEFECT REGIONS ON A METAL SURFACE IMAGE</a:t>
            </a:r>
          </a:p>
          <a:p>
            <a:pPr marL="0" indent="0" algn="ctr"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Code:DSA0205</a:t>
            </a:r>
          </a:p>
          <a:p>
            <a:pPr marL="0" indent="0" algn="ctr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with OpenCV</a:t>
            </a:r>
          </a:p>
          <a:p>
            <a:pPr marL="0" indent="0" algn="ctr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                                                                Presented By:</a:t>
            </a:r>
          </a:p>
          <a:p>
            <a:pPr marL="0" indent="0">
              <a:buNone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Dr.A.Narenthirakumar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Y.Bhavya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Sri  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15E97-413E-D89E-47B8-CB9E89E2B1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12" y="80529"/>
            <a:ext cx="8065707" cy="1201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024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3192C6A-1A38-3758-B931-03C47FBC02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733" y="1678517"/>
            <a:ext cx="11438467" cy="497628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defective regions present on a metal surface.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separate defects such as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scratches, cracks, holes, and surface damage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the normal surface.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helps in </a:t>
            </a:r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quality inspection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industrial metal products. </a:t>
            </a:r>
          </a:p>
          <a:p>
            <a:pPr algn="l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Used: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l"/>
            <a:r>
              <a:rPr lang="en-IN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Application:</a:t>
            </a: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Manufacturing industries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Steel inspection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Automobile parts inspection </a:t>
            </a:r>
          </a:p>
          <a:p>
            <a:pPr lvl="0" algn="l"/>
            <a:r>
              <a:rPr lang="en-IN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quality control</a:t>
            </a:r>
          </a:p>
          <a:p>
            <a:endParaRPr lang="en-IN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6CD9089-2EE7-C387-6049-5A66129481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203200"/>
            <a:ext cx="8060267" cy="1199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5970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E89FE-33C8-CFAD-CC3B-0599ED4F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9" y="143934"/>
            <a:ext cx="10515600" cy="835554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F065D-E9F2-1F61-53A6-60A32B025A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999" y="979488"/>
            <a:ext cx="10981267" cy="60229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Segmentation Process</a:t>
            </a:r>
          </a:p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metal surface image is processed through the following steps: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Image Upload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metal surface image containing defects is uploaded.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Grayscale Conversion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image is converted into grayscale.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image processing easier by using intensity values.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Gaussian Blur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 is applied to reduce unwanted noise in the image.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Thresholding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intensity is used to separate the defect regions from the normal metal surface.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Morphological Operation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unwanted regions and noise are removed. </a:t>
            </a: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defect regions become clearer.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 Final Segmentation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defective areas are represented separately in the output image. </a:t>
            </a:r>
          </a:p>
          <a:p>
            <a:pPr marL="0" indent="0"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Flow:</a:t>
            </a: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Image → Grayscale → Gaussian Blur → Thresholding → Morphological Operation → Segmented Defects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110780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A179B9-C427-8289-19ED-C2A780085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33" y="1608667"/>
            <a:ext cx="11142133" cy="47243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077AC41-87C4-680D-2F74-309759E0547E}"/>
              </a:ext>
            </a:extLst>
          </p:cNvPr>
          <p:cNvSpPr txBox="1"/>
          <p:nvPr/>
        </p:nvSpPr>
        <p:spPr>
          <a:xfrm>
            <a:off x="601133" y="406400"/>
            <a:ext cx="502073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13755141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228</Words>
  <Application>Microsoft Office PowerPoint</Application>
  <PresentationFormat>Widescreen</PresentationFormat>
  <Paragraphs>40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METHODOLOGY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SRI Y</dc:creator>
  <cp:lastModifiedBy>BHAVYA SRI Y</cp:lastModifiedBy>
  <cp:revision>2</cp:revision>
  <dcterms:created xsi:type="dcterms:W3CDTF">2026-08-08T14:20:37Z</dcterms:created>
  <dcterms:modified xsi:type="dcterms:W3CDTF">2026-08-12T05:16:47Z</dcterms:modified>
</cp:coreProperties>
</file>