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2E1626-7935-47B6-8D11-64C60501CE65}" v="6" dt="2026-08-12T05:40:18.6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VYA SRI Y" userId="939a35c315bd9609" providerId="LiveId" clId="{E0F2A066-AD40-4F64-948D-8F5C63AA4121}"/>
    <pc:docChg chg="undo custSel addSld modSld sldOrd">
      <pc:chgData name="BHAVYA SRI Y" userId="939a35c315bd9609" providerId="LiveId" clId="{E0F2A066-AD40-4F64-948D-8F5C63AA4121}" dt="2026-08-12T05:40:21.985" v="676" actId="20577"/>
      <pc:docMkLst>
        <pc:docMk/>
      </pc:docMkLst>
      <pc:sldChg chg="addSp modSp mod">
        <pc:chgData name="BHAVYA SRI Y" userId="939a35c315bd9609" providerId="LiveId" clId="{E0F2A066-AD40-4F64-948D-8F5C63AA4121}" dt="2026-08-12T05:22:13.810" v="581" actId="27636"/>
        <pc:sldMkLst>
          <pc:docMk/>
          <pc:sldMk cId="4045970621" sldId="256"/>
        </pc:sldMkLst>
        <pc:spChg chg="add mod">
          <ac:chgData name="BHAVYA SRI Y" userId="939a35c315bd9609" providerId="LiveId" clId="{E0F2A066-AD40-4F64-948D-8F5C63AA4121}" dt="2026-08-12T05:22:05.422" v="579" actId="1076"/>
          <ac:spMkLst>
            <pc:docMk/>
            <pc:sldMk cId="4045970621" sldId="256"/>
            <ac:spMk id="2" creationId="{597A0EE4-137F-9547-FEFB-EE69F67B5BAF}"/>
          </ac:spMkLst>
        </pc:spChg>
        <pc:spChg chg="mod">
          <ac:chgData name="BHAVYA SRI Y" userId="939a35c315bd9609" providerId="LiveId" clId="{E0F2A066-AD40-4F64-948D-8F5C63AA4121}" dt="2026-08-12T05:22:13.810" v="581" actId="27636"/>
          <ac:spMkLst>
            <pc:docMk/>
            <pc:sldMk cId="4045970621" sldId="256"/>
            <ac:spMk id="3" creationId="{03192C6A-1A38-3758-B931-03C47FBC02EA}"/>
          </ac:spMkLst>
        </pc:spChg>
        <pc:picChg chg="mod">
          <ac:chgData name="BHAVYA SRI Y" userId="939a35c315bd9609" providerId="LiveId" clId="{E0F2A066-AD40-4F64-948D-8F5C63AA4121}" dt="2026-08-12T05:21:11.224" v="544" actId="14100"/>
          <ac:picMkLst>
            <pc:docMk/>
            <pc:sldMk cId="4045970621" sldId="256"/>
            <ac:picMk id="13" creationId="{66CD9089-2EE7-C387-6049-5A6612948193}"/>
          </ac:picMkLst>
        </pc:picChg>
      </pc:sldChg>
      <pc:sldChg chg="modSp mod">
        <pc:chgData name="BHAVYA SRI Y" userId="939a35c315bd9609" providerId="LiveId" clId="{E0F2A066-AD40-4F64-948D-8F5C63AA4121}" dt="2026-08-12T05:21:58.857" v="577" actId="2711"/>
        <pc:sldMkLst>
          <pc:docMk/>
          <pc:sldMk cId="1107800166" sldId="257"/>
        </pc:sldMkLst>
        <pc:spChg chg="mod">
          <ac:chgData name="BHAVYA SRI Y" userId="939a35c315bd9609" providerId="LiveId" clId="{E0F2A066-AD40-4F64-948D-8F5C63AA4121}" dt="2026-08-12T05:21:41.490" v="574" actId="255"/>
          <ac:spMkLst>
            <pc:docMk/>
            <pc:sldMk cId="1107800166" sldId="257"/>
            <ac:spMk id="2" creationId="{993E89FE-33C8-CFAD-CC3B-0599ED4F9AE6}"/>
          </ac:spMkLst>
        </pc:spChg>
        <pc:spChg chg="mod">
          <ac:chgData name="BHAVYA SRI Y" userId="939a35c315bd9609" providerId="LiveId" clId="{E0F2A066-AD40-4F64-948D-8F5C63AA4121}" dt="2026-08-12T05:21:58.857" v="577" actId="2711"/>
          <ac:spMkLst>
            <pc:docMk/>
            <pc:sldMk cId="1107800166" sldId="257"/>
            <ac:spMk id="3" creationId="{9EAF065D-E9F2-1F61-53A6-60A32B025AD5}"/>
          </ac:spMkLst>
        </pc:spChg>
      </pc:sldChg>
      <pc:sldChg chg="addSp delSp modSp mod">
        <pc:chgData name="BHAVYA SRI Y" userId="939a35c315bd9609" providerId="LiveId" clId="{E0F2A066-AD40-4F64-948D-8F5C63AA4121}" dt="2026-08-12T05:23:12.743" v="615" actId="22"/>
        <pc:sldMkLst>
          <pc:docMk/>
          <pc:sldMk cId="1375514175" sldId="258"/>
        </pc:sldMkLst>
        <pc:spChg chg="mod">
          <ac:chgData name="BHAVYA SRI Y" userId="939a35c315bd9609" providerId="LiveId" clId="{E0F2A066-AD40-4F64-948D-8F5C63AA4121}" dt="2026-08-12T05:23:03.778" v="613" actId="1076"/>
          <ac:spMkLst>
            <pc:docMk/>
            <pc:sldMk cId="1375514175" sldId="258"/>
            <ac:spMk id="6" creationId="{A077AC41-87C4-680D-2F74-309759E0547E}"/>
          </ac:spMkLst>
        </pc:spChg>
        <pc:picChg chg="add mod">
          <ac:chgData name="BHAVYA SRI Y" userId="939a35c315bd9609" providerId="LiveId" clId="{E0F2A066-AD40-4F64-948D-8F5C63AA4121}" dt="2026-08-12T05:22:58.881" v="612" actId="1076"/>
          <ac:picMkLst>
            <pc:docMk/>
            <pc:sldMk cId="1375514175" sldId="258"/>
            <ac:picMk id="3" creationId="{9CFCEA51-B1DC-A724-78F9-FB89E4C58E04}"/>
          </ac:picMkLst>
        </pc:picChg>
        <pc:picChg chg="del">
          <ac:chgData name="BHAVYA SRI Y" userId="939a35c315bd9609" providerId="LiveId" clId="{E0F2A066-AD40-4F64-948D-8F5C63AA4121}" dt="2026-08-12T05:22:31.774" v="609" actId="478"/>
          <ac:picMkLst>
            <pc:docMk/>
            <pc:sldMk cId="1375514175" sldId="258"/>
            <ac:picMk id="5" creationId="{B9A179B9-C427-8289-19ED-C2A780085CAC}"/>
          </ac:picMkLst>
        </pc:picChg>
        <pc:picChg chg="add del">
          <ac:chgData name="BHAVYA SRI Y" userId="939a35c315bd9609" providerId="LiveId" clId="{E0F2A066-AD40-4F64-948D-8F5C63AA4121}" dt="2026-08-12T05:23:12.743" v="615" actId="22"/>
          <ac:picMkLst>
            <pc:docMk/>
            <pc:sldMk cId="1375514175" sldId="258"/>
            <ac:picMk id="7" creationId="{72B02F2C-FF34-E4D8-262D-D580B95A0BAC}"/>
          </ac:picMkLst>
        </pc:picChg>
      </pc:sldChg>
      <pc:sldChg chg="addSp delSp modSp new mod ord">
        <pc:chgData name="BHAVYA SRI Y" userId="939a35c315bd9609" providerId="LiveId" clId="{E0F2A066-AD40-4F64-948D-8F5C63AA4121}" dt="2026-08-12T05:40:21.985" v="676" actId="20577"/>
        <pc:sldMkLst>
          <pc:docMk/>
          <pc:sldMk cId="674024719" sldId="259"/>
        </pc:sldMkLst>
        <pc:spChg chg="del">
          <ac:chgData name="BHAVYA SRI Y" userId="939a35c315bd9609" providerId="LiveId" clId="{E0F2A066-AD40-4F64-948D-8F5C63AA4121}" dt="2026-08-12T04:10:23.399" v="5" actId="478"/>
          <ac:spMkLst>
            <pc:docMk/>
            <pc:sldMk cId="674024719" sldId="259"/>
            <ac:spMk id="2" creationId="{647742B8-1BDB-A126-8F0F-D2124485DEE1}"/>
          </ac:spMkLst>
        </pc:spChg>
        <pc:spChg chg="mod">
          <ac:chgData name="BHAVYA SRI Y" userId="939a35c315bd9609" providerId="LiveId" clId="{E0F2A066-AD40-4F64-948D-8F5C63AA4121}" dt="2026-08-12T05:40:21.985" v="676" actId="20577"/>
          <ac:spMkLst>
            <pc:docMk/>
            <pc:sldMk cId="674024719" sldId="259"/>
            <ac:spMk id="3" creationId="{BA907FCE-D89F-2306-A385-0E994E0F896B}"/>
          </ac:spMkLst>
        </pc:spChg>
        <pc:picChg chg="add mod">
          <ac:chgData name="BHAVYA SRI Y" userId="939a35c315bd9609" providerId="LiveId" clId="{E0F2A066-AD40-4F64-948D-8F5C63AA4121}" dt="2026-08-12T04:10:16.755" v="4" actId="1076"/>
          <ac:picMkLst>
            <pc:docMk/>
            <pc:sldMk cId="674024719" sldId="259"/>
            <ac:picMk id="5" creationId="{CBF15E97-413E-D89E-47B8-CB9E89E2B1CB}"/>
          </ac:picMkLst>
        </pc:picChg>
      </pc:sldChg>
      <pc:sldChg chg="addSp delSp modSp new mod">
        <pc:chgData name="BHAVYA SRI Y" userId="939a35c315bd9609" providerId="LiveId" clId="{E0F2A066-AD40-4F64-948D-8F5C63AA4121}" dt="2026-08-12T05:36:50.348" v="672" actId="1076"/>
        <pc:sldMkLst>
          <pc:docMk/>
          <pc:sldMk cId="3698133327" sldId="260"/>
        </pc:sldMkLst>
        <pc:spChg chg="mod">
          <ac:chgData name="BHAVYA SRI Y" userId="939a35c315bd9609" providerId="LiveId" clId="{E0F2A066-AD40-4F64-948D-8F5C63AA4121}" dt="2026-08-12T05:27:27.744" v="625" actId="2711"/>
          <ac:spMkLst>
            <pc:docMk/>
            <pc:sldMk cId="3698133327" sldId="260"/>
            <ac:spMk id="2" creationId="{5ED63CE5-5EF3-309C-53F9-1E82374DEF6D}"/>
          </ac:spMkLst>
        </pc:spChg>
        <pc:spChg chg="del mod">
          <ac:chgData name="BHAVYA SRI Y" userId="939a35c315bd9609" providerId="LiveId" clId="{E0F2A066-AD40-4F64-948D-8F5C63AA4121}" dt="2026-08-12T05:27:35.180" v="627" actId="478"/>
          <ac:spMkLst>
            <pc:docMk/>
            <pc:sldMk cId="3698133327" sldId="260"/>
            <ac:spMk id="3" creationId="{A99F2791-D7D9-272E-4DCE-7B7F6B5A53F7}"/>
          </ac:spMkLst>
        </pc:spChg>
        <pc:spChg chg="add mod">
          <ac:chgData name="BHAVYA SRI Y" userId="939a35c315bd9609" providerId="LiveId" clId="{E0F2A066-AD40-4F64-948D-8F5C63AA4121}" dt="2026-08-12T05:35:42.001" v="662" actId="1076"/>
          <ac:spMkLst>
            <pc:docMk/>
            <pc:sldMk cId="3698133327" sldId="260"/>
            <ac:spMk id="13" creationId="{D423AADE-3D7F-6AB3-4C78-B5B745411ABA}"/>
          </ac:spMkLst>
        </pc:spChg>
        <pc:spChg chg="add mod">
          <ac:chgData name="BHAVYA SRI Y" userId="939a35c315bd9609" providerId="LiveId" clId="{E0F2A066-AD40-4F64-948D-8F5C63AA4121}" dt="2026-08-12T05:36:14.428" v="666" actId="1076"/>
          <ac:spMkLst>
            <pc:docMk/>
            <pc:sldMk cId="3698133327" sldId="260"/>
            <ac:spMk id="15" creationId="{F1D2FCEA-6968-0FA7-1D20-AD7CF93CB29E}"/>
          </ac:spMkLst>
        </pc:spChg>
        <pc:spChg chg="add mod">
          <ac:chgData name="BHAVYA SRI Y" userId="939a35c315bd9609" providerId="LiveId" clId="{E0F2A066-AD40-4F64-948D-8F5C63AA4121}" dt="2026-08-12T05:36:31.601" v="669" actId="1076"/>
          <ac:spMkLst>
            <pc:docMk/>
            <pc:sldMk cId="3698133327" sldId="260"/>
            <ac:spMk id="17" creationId="{A7CF9CAE-E036-ED1A-0E4C-A735EF302BAF}"/>
          </ac:spMkLst>
        </pc:spChg>
        <pc:spChg chg="add mod">
          <ac:chgData name="BHAVYA SRI Y" userId="939a35c315bd9609" providerId="LiveId" clId="{E0F2A066-AD40-4F64-948D-8F5C63AA4121}" dt="2026-08-12T05:36:50.348" v="672" actId="1076"/>
          <ac:spMkLst>
            <pc:docMk/>
            <pc:sldMk cId="3698133327" sldId="260"/>
            <ac:spMk id="19" creationId="{1E2913B5-D083-E85A-A5AC-BFB8BAD11B7D}"/>
          </ac:spMkLst>
        </pc:spChg>
        <pc:picChg chg="add mod">
          <ac:chgData name="BHAVYA SRI Y" userId="939a35c315bd9609" providerId="LiveId" clId="{E0F2A066-AD40-4F64-948D-8F5C63AA4121}" dt="2026-08-12T05:34:59.301" v="656" actId="1076"/>
          <ac:picMkLst>
            <pc:docMk/>
            <pc:sldMk cId="3698133327" sldId="260"/>
            <ac:picMk id="5" creationId="{A0AED15D-3459-4215-C794-6E9816745511}"/>
          </ac:picMkLst>
        </pc:picChg>
        <pc:picChg chg="add mod">
          <ac:chgData name="BHAVYA SRI Y" userId="939a35c315bd9609" providerId="LiveId" clId="{E0F2A066-AD40-4F64-948D-8F5C63AA4121}" dt="2026-08-12T05:34:56.512" v="655" actId="1076"/>
          <ac:picMkLst>
            <pc:docMk/>
            <pc:sldMk cId="3698133327" sldId="260"/>
            <ac:picMk id="7" creationId="{5E3B5BB6-1AA7-D163-0A6A-3D509113E052}"/>
          </ac:picMkLst>
        </pc:picChg>
        <pc:picChg chg="add mod">
          <ac:chgData name="BHAVYA SRI Y" userId="939a35c315bd9609" providerId="LiveId" clId="{E0F2A066-AD40-4F64-948D-8F5C63AA4121}" dt="2026-08-12T05:34:53.600" v="654" actId="1076"/>
          <ac:picMkLst>
            <pc:docMk/>
            <pc:sldMk cId="3698133327" sldId="260"/>
            <ac:picMk id="9" creationId="{9FDA7521-A9F9-E4BF-12FB-78EA73320E65}"/>
          </ac:picMkLst>
        </pc:picChg>
        <pc:picChg chg="add mod">
          <ac:chgData name="BHAVYA SRI Y" userId="939a35c315bd9609" providerId="LiveId" clId="{E0F2A066-AD40-4F64-948D-8F5C63AA4121}" dt="2026-08-12T05:35:19.280" v="659" actId="1076"/>
          <ac:picMkLst>
            <pc:docMk/>
            <pc:sldMk cId="3698133327" sldId="260"/>
            <ac:picMk id="11" creationId="{DE94E450-8BE7-B097-51FF-CD4759ACCA0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8D253-F469-1D71-C316-20998A2A63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4AD92F-4E68-9DF1-C6E5-B9DD0E7CF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2AA27-405E-2D37-0082-3EB386A9F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F22A4-DA03-4D21-9B5F-D1A126594F23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288C0-126C-4FFB-288F-E0B8F7C8D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69EAA-BC24-18D0-611E-CDE13B7B5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8DFAA-4488-4938-9614-0E623DE7A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1804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C344-7E32-784F-1F3E-FD534DBB8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DFEF1-1523-C787-BDD2-41618A036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BD5FE-23F8-0C70-3AAB-92961A381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F22A4-DA03-4D21-9B5F-D1A126594F23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72541-EF79-F8EA-860B-13142FD84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F9DCE2-1C44-8087-6CEE-02C16D64E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8DFAA-4488-4938-9614-0E623DE7A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19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89253-3867-C866-D74F-7D69F0A5E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81C3F2-FBFC-5603-292F-1CCECFAED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D1927-9516-F598-C96E-CB152C276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F22A4-DA03-4D21-9B5F-D1A126594F23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50FB3-4972-C156-D532-3DEF1D94B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3D485-1278-64AA-9A05-D02BC7C81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8DFAA-4488-4938-9614-0E623DE7A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959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6269F-DC53-12EF-EAA9-F78395D54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C60CB-7694-5CEB-A316-3B36FC3FDB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F8E74B-A0C6-9DC0-466B-4270E3392D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E670C6-6F51-1837-1AE4-098DABA17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F22A4-DA03-4D21-9B5F-D1A126594F23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7693B4-7F5E-A08D-0150-D62CFED46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0B94CA-D83E-75B9-C2A7-E71DF65B7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8DFAA-4488-4938-9614-0E623DE7A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822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90D6F-FF5D-BDBF-42F3-5F7F46D34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8DD7FF-9D96-9BAA-F01D-0277FB8E5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F1B2C-D659-8ED6-1282-1A63C2981B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92D7D0-99E7-DE4B-5FFB-0AFC7C8AC1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910E6C-9E7E-3487-2BA9-DF7C4800B4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D80630-1BD9-D7A2-94AB-96BCE37F8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F22A4-DA03-4D21-9B5F-D1A126594F23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60F512-AC49-4C19-5805-FDF776912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F15B49-42C6-6B96-90AB-976C945A1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8DFAA-4488-4938-9614-0E623DE7A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718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3AD0C-40E1-B65A-7BEB-90A8CE796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67BFF1-2233-8E2E-215A-4536D8913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F22A4-DA03-4D21-9B5F-D1A126594F23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9A19A0-87AF-9F55-523D-BD7B2898D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B703A1-D95F-2B27-6EF5-A2EA8EB5A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8DFAA-4488-4938-9614-0E623DE7A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885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EDE851-162E-0537-7C7A-CB8C02DD2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F22A4-DA03-4D21-9B5F-D1A126594F23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C49B15-C7FB-051F-B916-BCC4F51C6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A6169-3441-C89A-F4DA-22E0DEACF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8DFAA-4488-4938-9614-0E623DE7A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5653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40955-2F6E-EF66-C81D-6D73C3F6A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9C7A2-7326-AE34-9B55-50E366132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29CA82-C5C2-FE90-DA8E-AA4D4B2BCC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0736F-9CBE-AD3E-4526-ECC9064DE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F22A4-DA03-4D21-9B5F-D1A126594F23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CCA9CE-6D56-0587-B75A-BF125B733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9AF2D3-354A-6FB0-037A-91F9A064A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8DFAA-4488-4938-9614-0E623DE7A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452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E2388-0AFE-55E6-C7DE-641AF2C2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34B472-1744-BC38-A4A1-30B23A8A6A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7C2DEF-1BAC-0CE1-6E9E-A02D26A18A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27C03B-3C37-5737-B0E9-B0FEBA455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F22A4-DA03-4D21-9B5F-D1A126594F23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F09635-76D9-2762-373E-859084D34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CDA298-C09F-01A3-6A36-FE400C757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8DFAA-4488-4938-9614-0E623DE7A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5540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FF877-3454-65B1-78AA-B078B9B75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2DCEBA-E0E8-457D-0C36-AA5CB52532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73F84-DFC9-D78D-261E-DE7088AD4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F22A4-DA03-4D21-9B5F-D1A126594F23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58802-B691-3A53-79F9-BE90BA6C0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CC09B-F9A3-CD22-DEAC-4F8ADC1D8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8DFAA-4488-4938-9614-0E623DE7A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4167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554000-0AFF-8654-7283-D2DF102761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966D1E-B8A1-6753-43F1-E01C93B717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171B5-0735-AE8F-14D7-4D8D8F5F6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F22A4-DA03-4D21-9B5F-D1A126594F23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1F012-7531-030D-174C-0C76DFB78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5C9A9-AC62-9C19-AABF-93F48F225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8DFAA-4488-4938-9614-0E623DE7A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02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41F449-091E-2217-3766-3B8800F0F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3FD92-5E38-B6E6-8CF3-7F794840A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76035-9257-F0C1-524D-426A0D531B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4F22A4-DA03-4D21-9B5F-D1A126594F23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9D2D5C-9477-8AB3-4C00-EDC0CEAA6E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EEBB1-F841-BD12-7DAB-30F3B7673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58DFAA-4488-4938-9614-0E623DE7A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0139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07FCE-D89F-2306-A385-0E994E0F8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CORNER AND EDGE FUSION FOR BARCODE REGION LOCALIZATION</a:t>
            </a:r>
          </a:p>
          <a:p>
            <a:pPr marL="0" indent="0" algn="ctr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Code:DSA0205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with OpenCV</a:t>
            </a:r>
          </a:p>
          <a:p>
            <a:pPr marL="0" indent="0" algn="ctr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                                                                Presented By: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Dr.A.Narenthirakumar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Y.Bhavya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Sri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F15E97-413E-D89E-47B8-CB9E89E2B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612" y="80529"/>
            <a:ext cx="8065707" cy="120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024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3192C6A-1A38-3758-B931-03C47FBC02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066" y="2152650"/>
            <a:ext cx="11438467" cy="4976283"/>
          </a:xfrm>
        </p:spPr>
        <p:txBody>
          <a:bodyPr>
            <a:normAutofit/>
          </a:bodyPr>
          <a:lstStyle/>
          <a:p>
            <a:pPr algn="l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Corner and Edge Fusion for Barcode Region Localization</a:t>
            </a:r>
          </a:p>
          <a:p>
            <a:pPr lvl="0" algn="l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Barcode region localization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process of identifying the exact location of a barcode within an image before decoding its information. </a:t>
            </a:r>
          </a:p>
          <a:p>
            <a:pPr lvl="0" algn="l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real-world images, barcodes may appear with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sizes, orientations, lighting conditions, backgrounds, and levels of noise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detection challenging. </a:t>
            </a:r>
          </a:p>
          <a:p>
            <a:pPr lvl="0" algn="l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detection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identifies sudden changes in intensity and is useful because barcode patterns contain many closely spaced edges. </a:t>
            </a:r>
          </a:p>
          <a:p>
            <a:pPr lvl="0" algn="l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Corner detection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identifies important points where image structures change direction, helping to identify the boundaries and shape of the barcode region. </a:t>
            </a:r>
          </a:p>
          <a:p>
            <a:pPr lvl="0" algn="l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approach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(fuses) corner and edge information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obtain stronger and more reliable features for identifying barcode regions. </a:t>
            </a:r>
          </a:p>
          <a:p>
            <a:pPr lvl="0" algn="l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localization, the detected barcode region can be extracted as a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 of Interest (ROI)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passed to a barcode decoder.</a:t>
            </a:r>
          </a:p>
          <a:p>
            <a:pPr algn="l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6CD9089-2EE7-C387-6049-5A6612948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200" y="203201"/>
            <a:ext cx="8060267" cy="9906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97A0EE4-137F-9547-FEFB-EE69F67B5BAF}"/>
              </a:ext>
            </a:extLst>
          </p:cNvPr>
          <p:cNvSpPr txBox="1"/>
          <p:nvPr/>
        </p:nvSpPr>
        <p:spPr>
          <a:xfrm>
            <a:off x="237066" y="1319282"/>
            <a:ext cx="75184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4045970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E89FE-33C8-CFAD-CC3B-0599ED4F9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999" y="143934"/>
            <a:ext cx="10515600" cy="835554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F065D-E9F2-1F61-53A6-60A32B025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999" y="979488"/>
            <a:ext cx="10981267" cy="6022975"/>
          </a:xfrm>
        </p:spPr>
        <p:txBody>
          <a:bodyPr>
            <a:no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Proposed System</a:t>
            </a:r>
          </a:p>
          <a:p>
            <a:pPr lvl="0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barcode features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important edge and corner features present in the input image. </a:t>
            </a:r>
          </a:p>
          <a:p>
            <a:pPr lvl="0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combine edge and corner information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Fuse both feature types to obtain stronger structural information about the barcode. </a:t>
            </a:r>
          </a:p>
          <a:p>
            <a:pPr lvl="0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the barcode region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Distinguish the barcode from other objects and background regions in the image. </a:t>
            </a:r>
          </a:p>
          <a:p>
            <a:pPr lvl="0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accurately localize the barcode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 bounding box or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 of Interest (ROI)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around the detected barcode. </a:t>
            </a:r>
          </a:p>
          <a:p>
            <a:pPr lvl="0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detection reliability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incorrect detections by using multiple complementary visual features. </a:t>
            </a:r>
          </a:p>
          <a:p>
            <a:pPr lvl="0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barcode decoding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correctly localized barcode region as input to the decoding stage.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800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077AC41-87C4-680D-2F74-309759E0547E}"/>
              </a:ext>
            </a:extLst>
          </p:cNvPr>
          <p:cNvSpPr txBox="1"/>
          <p:nvPr/>
        </p:nvSpPr>
        <p:spPr>
          <a:xfrm>
            <a:off x="584199" y="220133"/>
            <a:ext cx="71458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FCEA51-B1DC-A724-78F9-FB89E4C58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966" y="1007532"/>
            <a:ext cx="8623300" cy="574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514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63CE5-5EF3-309C-53F9-1E82374DE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AED15D-3459-4215-C794-6E98167455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80" y="1479661"/>
            <a:ext cx="3006619" cy="20031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3B5BB6-1AA7-D163-0A6A-3D509113E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0499" y="1479661"/>
            <a:ext cx="3006619" cy="20031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DA7521-A9F9-E4BF-12FB-78EA73320E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1200" y="1479661"/>
            <a:ext cx="3006618" cy="20031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E94E450-8BE7-B097-51FF-CD4759ACCA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0574" y="4326995"/>
            <a:ext cx="3250852" cy="21658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423AADE-3D7F-6AB3-4C78-B5B745411ABA}"/>
              </a:ext>
            </a:extLst>
          </p:cNvPr>
          <p:cNvSpPr txBox="1"/>
          <p:nvPr/>
        </p:nvSpPr>
        <p:spPr>
          <a:xfrm>
            <a:off x="5164667" y="6492875"/>
            <a:ext cx="6096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0" i="0" dirty="0">
                <a:effectLst/>
                <a:latin typeface="Courier New" panose="02070309020205020404" pitchFamily="49" charset="0"/>
              </a:rPr>
              <a:t>Corner + Edge Fusion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D2FCEA-6968-0FA7-1D20-AD7CF93CB29E}"/>
              </a:ext>
            </a:extLst>
          </p:cNvPr>
          <p:cNvSpPr txBox="1"/>
          <p:nvPr/>
        </p:nvSpPr>
        <p:spPr>
          <a:xfrm>
            <a:off x="9320591" y="3602652"/>
            <a:ext cx="6096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0" i="0" dirty="0">
                <a:effectLst/>
                <a:latin typeface="Courier New" panose="02070309020205020404" pitchFamily="49" charset="0"/>
              </a:rPr>
              <a:t>Corner Detection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CF9CAE-E036-ED1A-0E4C-A735EF302BAF}"/>
              </a:ext>
            </a:extLst>
          </p:cNvPr>
          <p:cNvSpPr txBox="1"/>
          <p:nvPr/>
        </p:nvSpPr>
        <p:spPr>
          <a:xfrm>
            <a:off x="5368835" y="3519082"/>
            <a:ext cx="7707084" cy="807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1050" b="0" i="0" dirty="0">
                <a:effectLst/>
                <a:latin typeface="Courier New" panose="02070309020205020404" pitchFamily="49" charset="0"/>
              </a:rPr>
              <a:t>Edge Detection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2913B5-D083-E85A-A5AC-BFB8BAD11B7D}"/>
              </a:ext>
            </a:extLst>
          </p:cNvPr>
          <p:cNvSpPr txBox="1"/>
          <p:nvPr/>
        </p:nvSpPr>
        <p:spPr>
          <a:xfrm>
            <a:off x="1066163" y="3602652"/>
            <a:ext cx="770708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0" i="0" dirty="0">
                <a:effectLst/>
                <a:latin typeface="Courier New" panose="02070309020205020404" pitchFamily="49" charset="0"/>
              </a:rPr>
              <a:t>Original Image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8133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311</Words>
  <Application>Microsoft Office PowerPoint</Application>
  <PresentationFormat>Widescreen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Courier New</vt:lpstr>
      <vt:lpstr>Times New Roman</vt:lpstr>
      <vt:lpstr>Office Theme</vt:lpstr>
      <vt:lpstr>PowerPoint Presentation</vt:lpstr>
      <vt:lpstr>PowerPoint Presentation</vt:lpstr>
      <vt:lpstr>OBJECTIVES</vt:lpstr>
      <vt:lpstr>PowerPoint Presentation</vt:lpstr>
      <vt:lpstr>OUTPUT: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BHAVYA SRI Y</dc:creator>
  <cp:lastModifiedBy>BHAVYA SRI Y</cp:lastModifiedBy>
  <cp:revision>1</cp:revision>
  <dcterms:created xsi:type="dcterms:W3CDTF">2026-08-08T14:20:37Z</dcterms:created>
  <dcterms:modified xsi:type="dcterms:W3CDTF">2026-08-12T05:40:28Z</dcterms:modified>
</cp:coreProperties>
</file>