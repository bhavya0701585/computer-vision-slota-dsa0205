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6"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7635B3-E268-44CC-A07C-7B04EEA0A38A}" v="2" dt="2026-07-24T03:34:28.5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9" d="100"/>
          <a:sy n="79" d="100"/>
        </p:scale>
        <p:origin x="86" y="3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YA SRI Y" userId="939a35c315bd9609" providerId="LiveId" clId="{E0F2A066-AD40-4F64-948D-8F5C63AA4121}"/>
    <pc:docChg chg="modSld">
      <pc:chgData name="BHAVYA SRI Y" userId="939a35c315bd9609" providerId="LiveId" clId="{E0F2A066-AD40-4F64-948D-8F5C63AA4121}" dt="2026-07-24T03:34:28.586" v="1"/>
      <pc:docMkLst>
        <pc:docMk/>
      </pc:docMkLst>
      <pc:sldChg chg="setBg">
        <pc:chgData name="BHAVYA SRI Y" userId="939a35c315bd9609" providerId="LiveId" clId="{E0F2A066-AD40-4F64-948D-8F5C63AA4121}" dt="2026-07-24T03:34:19.150" v="0"/>
        <pc:sldMkLst>
          <pc:docMk/>
          <pc:sldMk cId="551842436" sldId="257"/>
        </pc:sldMkLst>
      </pc:sldChg>
      <pc:sldChg chg="setBg">
        <pc:chgData name="BHAVYA SRI Y" userId="939a35c315bd9609" providerId="LiveId" clId="{E0F2A066-AD40-4F64-948D-8F5C63AA4121}" dt="2026-07-24T03:34:28.586" v="1"/>
        <pc:sldMkLst>
          <pc:docMk/>
          <pc:sldMk cId="2382840678" sldId="25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3A482-F3BA-74E1-BEF2-D44643FA39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611653-1023-C667-65C6-DC006D7C07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2A1DBF6-DA0F-A3D2-4DFD-0EBB850DD3C5}"/>
              </a:ext>
            </a:extLst>
          </p:cNvPr>
          <p:cNvSpPr>
            <a:spLocks noGrp="1"/>
          </p:cNvSpPr>
          <p:nvPr>
            <p:ph type="dt" sz="half" idx="10"/>
          </p:nvPr>
        </p:nvSpPr>
        <p:spPr/>
        <p:txBody>
          <a:bodyPr/>
          <a:lstStyle/>
          <a:p>
            <a:fld id="{BE5F2B7B-73EB-4DCE-A7B3-6E772B2D90D7}" type="datetimeFigureOut">
              <a:rPr lang="en-IN" smtClean="0"/>
              <a:t>24-07-2026</a:t>
            </a:fld>
            <a:endParaRPr lang="en-IN"/>
          </a:p>
        </p:txBody>
      </p:sp>
      <p:sp>
        <p:nvSpPr>
          <p:cNvPr id="5" name="Footer Placeholder 4">
            <a:extLst>
              <a:ext uri="{FF2B5EF4-FFF2-40B4-BE49-F238E27FC236}">
                <a16:creationId xmlns:a16="http://schemas.microsoft.com/office/drawing/2014/main" id="{C59BD61E-FF67-BFF5-9BFF-B54744E778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A89AEA-1A85-DB1A-2299-D6AD789AF568}"/>
              </a:ext>
            </a:extLst>
          </p:cNvPr>
          <p:cNvSpPr>
            <a:spLocks noGrp="1"/>
          </p:cNvSpPr>
          <p:nvPr>
            <p:ph type="sldNum" sz="quarter" idx="12"/>
          </p:nvPr>
        </p:nvSpPr>
        <p:spPr/>
        <p:txBody>
          <a:bodyPr/>
          <a:lstStyle/>
          <a:p>
            <a:fld id="{E772ECA1-8250-4348-AD87-2DD484522E5E}" type="slidenum">
              <a:rPr lang="en-IN" smtClean="0"/>
              <a:t>‹#›</a:t>
            </a:fld>
            <a:endParaRPr lang="en-IN"/>
          </a:p>
        </p:txBody>
      </p:sp>
    </p:spTree>
    <p:extLst>
      <p:ext uri="{BB962C8B-B14F-4D97-AF65-F5344CB8AC3E}">
        <p14:creationId xmlns:p14="http://schemas.microsoft.com/office/powerpoint/2010/main" val="3967276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BAD92-F500-850E-A714-CCDA905005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EED428-31D6-0099-5B14-D6E1777E8B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72A80C-F7E4-0D60-928C-D928E632A4AB}"/>
              </a:ext>
            </a:extLst>
          </p:cNvPr>
          <p:cNvSpPr>
            <a:spLocks noGrp="1"/>
          </p:cNvSpPr>
          <p:nvPr>
            <p:ph type="dt" sz="half" idx="10"/>
          </p:nvPr>
        </p:nvSpPr>
        <p:spPr/>
        <p:txBody>
          <a:bodyPr/>
          <a:lstStyle/>
          <a:p>
            <a:fld id="{BE5F2B7B-73EB-4DCE-A7B3-6E772B2D90D7}" type="datetimeFigureOut">
              <a:rPr lang="en-IN" smtClean="0"/>
              <a:t>24-07-2026</a:t>
            </a:fld>
            <a:endParaRPr lang="en-IN"/>
          </a:p>
        </p:txBody>
      </p:sp>
      <p:sp>
        <p:nvSpPr>
          <p:cNvPr id="5" name="Footer Placeholder 4">
            <a:extLst>
              <a:ext uri="{FF2B5EF4-FFF2-40B4-BE49-F238E27FC236}">
                <a16:creationId xmlns:a16="http://schemas.microsoft.com/office/drawing/2014/main" id="{306DEADE-2711-F666-336C-AADBF6C7B9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137639-E75C-0986-753E-8581E87889E2}"/>
              </a:ext>
            </a:extLst>
          </p:cNvPr>
          <p:cNvSpPr>
            <a:spLocks noGrp="1"/>
          </p:cNvSpPr>
          <p:nvPr>
            <p:ph type="sldNum" sz="quarter" idx="12"/>
          </p:nvPr>
        </p:nvSpPr>
        <p:spPr/>
        <p:txBody>
          <a:bodyPr/>
          <a:lstStyle/>
          <a:p>
            <a:fld id="{E772ECA1-8250-4348-AD87-2DD484522E5E}" type="slidenum">
              <a:rPr lang="en-IN" smtClean="0"/>
              <a:t>‹#›</a:t>
            </a:fld>
            <a:endParaRPr lang="en-IN"/>
          </a:p>
        </p:txBody>
      </p:sp>
    </p:spTree>
    <p:extLst>
      <p:ext uri="{BB962C8B-B14F-4D97-AF65-F5344CB8AC3E}">
        <p14:creationId xmlns:p14="http://schemas.microsoft.com/office/powerpoint/2010/main" val="1843107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35EC8-7C55-1D53-0194-663897419A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461647E-DA16-0573-8B3B-1BD1892827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D616EF-503A-26F6-2A7E-5D4091BBDADB}"/>
              </a:ext>
            </a:extLst>
          </p:cNvPr>
          <p:cNvSpPr>
            <a:spLocks noGrp="1"/>
          </p:cNvSpPr>
          <p:nvPr>
            <p:ph type="dt" sz="half" idx="10"/>
          </p:nvPr>
        </p:nvSpPr>
        <p:spPr/>
        <p:txBody>
          <a:bodyPr/>
          <a:lstStyle/>
          <a:p>
            <a:fld id="{BE5F2B7B-73EB-4DCE-A7B3-6E772B2D90D7}" type="datetimeFigureOut">
              <a:rPr lang="en-IN" smtClean="0"/>
              <a:t>24-07-2026</a:t>
            </a:fld>
            <a:endParaRPr lang="en-IN"/>
          </a:p>
        </p:txBody>
      </p:sp>
      <p:sp>
        <p:nvSpPr>
          <p:cNvPr id="5" name="Footer Placeholder 4">
            <a:extLst>
              <a:ext uri="{FF2B5EF4-FFF2-40B4-BE49-F238E27FC236}">
                <a16:creationId xmlns:a16="http://schemas.microsoft.com/office/drawing/2014/main" id="{9F682503-6378-CF50-7EB0-5ED1F77B96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6F2A34-1F32-13EA-2C75-965F5E54445E}"/>
              </a:ext>
            </a:extLst>
          </p:cNvPr>
          <p:cNvSpPr>
            <a:spLocks noGrp="1"/>
          </p:cNvSpPr>
          <p:nvPr>
            <p:ph type="sldNum" sz="quarter" idx="12"/>
          </p:nvPr>
        </p:nvSpPr>
        <p:spPr/>
        <p:txBody>
          <a:bodyPr/>
          <a:lstStyle/>
          <a:p>
            <a:fld id="{E772ECA1-8250-4348-AD87-2DD484522E5E}" type="slidenum">
              <a:rPr lang="en-IN" smtClean="0"/>
              <a:t>‹#›</a:t>
            </a:fld>
            <a:endParaRPr lang="en-IN"/>
          </a:p>
        </p:txBody>
      </p:sp>
    </p:spTree>
    <p:extLst>
      <p:ext uri="{BB962C8B-B14F-4D97-AF65-F5344CB8AC3E}">
        <p14:creationId xmlns:p14="http://schemas.microsoft.com/office/powerpoint/2010/main" val="2073985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E7929-AE10-D57A-73F4-0ED47D1CCB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1FE082-1306-2F0F-03EB-344CAAB732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14B0CD-406A-F338-4971-63039E5E17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2DB6C4A-FE18-2ADA-EE25-1A4434653969}"/>
              </a:ext>
            </a:extLst>
          </p:cNvPr>
          <p:cNvSpPr>
            <a:spLocks noGrp="1"/>
          </p:cNvSpPr>
          <p:nvPr>
            <p:ph type="dt" sz="half" idx="10"/>
          </p:nvPr>
        </p:nvSpPr>
        <p:spPr/>
        <p:txBody>
          <a:bodyPr/>
          <a:lstStyle/>
          <a:p>
            <a:fld id="{BE5F2B7B-73EB-4DCE-A7B3-6E772B2D90D7}" type="datetimeFigureOut">
              <a:rPr lang="en-IN" smtClean="0"/>
              <a:t>24-07-2026</a:t>
            </a:fld>
            <a:endParaRPr lang="en-IN"/>
          </a:p>
        </p:txBody>
      </p:sp>
      <p:sp>
        <p:nvSpPr>
          <p:cNvPr id="6" name="Footer Placeholder 5">
            <a:extLst>
              <a:ext uri="{FF2B5EF4-FFF2-40B4-BE49-F238E27FC236}">
                <a16:creationId xmlns:a16="http://schemas.microsoft.com/office/drawing/2014/main" id="{7C47EA39-F95F-2373-D707-831E3DD49C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7EC797-DA0C-DF45-652E-087350FC1502}"/>
              </a:ext>
            </a:extLst>
          </p:cNvPr>
          <p:cNvSpPr>
            <a:spLocks noGrp="1"/>
          </p:cNvSpPr>
          <p:nvPr>
            <p:ph type="sldNum" sz="quarter" idx="12"/>
          </p:nvPr>
        </p:nvSpPr>
        <p:spPr/>
        <p:txBody>
          <a:bodyPr/>
          <a:lstStyle/>
          <a:p>
            <a:fld id="{E772ECA1-8250-4348-AD87-2DD484522E5E}" type="slidenum">
              <a:rPr lang="en-IN" smtClean="0"/>
              <a:t>‹#›</a:t>
            </a:fld>
            <a:endParaRPr lang="en-IN"/>
          </a:p>
        </p:txBody>
      </p:sp>
    </p:spTree>
    <p:extLst>
      <p:ext uri="{BB962C8B-B14F-4D97-AF65-F5344CB8AC3E}">
        <p14:creationId xmlns:p14="http://schemas.microsoft.com/office/powerpoint/2010/main" val="3315557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4C7AA-12C1-F1C7-B135-BBDBBE9C2E2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342B77-1579-C62B-41D7-5F056C9A27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6DB279-428C-14B8-8584-288DE83F40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9977A09-B2E1-C658-208C-B3D726FF3D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3143B6-1D66-7EB4-054D-24D527CF59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FDC44B-7C2C-AF8E-B4CD-9497A84B01C5}"/>
              </a:ext>
            </a:extLst>
          </p:cNvPr>
          <p:cNvSpPr>
            <a:spLocks noGrp="1"/>
          </p:cNvSpPr>
          <p:nvPr>
            <p:ph type="dt" sz="half" idx="10"/>
          </p:nvPr>
        </p:nvSpPr>
        <p:spPr/>
        <p:txBody>
          <a:bodyPr/>
          <a:lstStyle/>
          <a:p>
            <a:fld id="{BE5F2B7B-73EB-4DCE-A7B3-6E772B2D90D7}" type="datetimeFigureOut">
              <a:rPr lang="en-IN" smtClean="0"/>
              <a:t>24-07-2026</a:t>
            </a:fld>
            <a:endParaRPr lang="en-IN"/>
          </a:p>
        </p:txBody>
      </p:sp>
      <p:sp>
        <p:nvSpPr>
          <p:cNvPr id="8" name="Footer Placeholder 7">
            <a:extLst>
              <a:ext uri="{FF2B5EF4-FFF2-40B4-BE49-F238E27FC236}">
                <a16:creationId xmlns:a16="http://schemas.microsoft.com/office/drawing/2014/main" id="{BC33FA89-E2BB-AB10-7972-3548A8D0BAD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D3BD29F-6AF5-1214-6F1E-7F2059403DD2}"/>
              </a:ext>
            </a:extLst>
          </p:cNvPr>
          <p:cNvSpPr>
            <a:spLocks noGrp="1"/>
          </p:cNvSpPr>
          <p:nvPr>
            <p:ph type="sldNum" sz="quarter" idx="12"/>
          </p:nvPr>
        </p:nvSpPr>
        <p:spPr/>
        <p:txBody>
          <a:bodyPr/>
          <a:lstStyle/>
          <a:p>
            <a:fld id="{E772ECA1-8250-4348-AD87-2DD484522E5E}" type="slidenum">
              <a:rPr lang="en-IN" smtClean="0"/>
              <a:t>‹#›</a:t>
            </a:fld>
            <a:endParaRPr lang="en-IN"/>
          </a:p>
        </p:txBody>
      </p:sp>
    </p:spTree>
    <p:extLst>
      <p:ext uri="{BB962C8B-B14F-4D97-AF65-F5344CB8AC3E}">
        <p14:creationId xmlns:p14="http://schemas.microsoft.com/office/powerpoint/2010/main" val="2817440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40E15-82DE-527E-834E-C6EFC93766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53BCE39-95B6-5A78-7CD9-B9EA86D62750}"/>
              </a:ext>
            </a:extLst>
          </p:cNvPr>
          <p:cNvSpPr>
            <a:spLocks noGrp="1"/>
          </p:cNvSpPr>
          <p:nvPr>
            <p:ph type="dt" sz="half" idx="10"/>
          </p:nvPr>
        </p:nvSpPr>
        <p:spPr/>
        <p:txBody>
          <a:bodyPr/>
          <a:lstStyle/>
          <a:p>
            <a:fld id="{BE5F2B7B-73EB-4DCE-A7B3-6E772B2D90D7}" type="datetimeFigureOut">
              <a:rPr lang="en-IN" smtClean="0"/>
              <a:t>24-07-2026</a:t>
            </a:fld>
            <a:endParaRPr lang="en-IN"/>
          </a:p>
        </p:txBody>
      </p:sp>
      <p:sp>
        <p:nvSpPr>
          <p:cNvPr id="4" name="Footer Placeholder 3">
            <a:extLst>
              <a:ext uri="{FF2B5EF4-FFF2-40B4-BE49-F238E27FC236}">
                <a16:creationId xmlns:a16="http://schemas.microsoft.com/office/drawing/2014/main" id="{5E662FB6-930A-7027-88E5-3799682E335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CF4B39-7AAA-5F6E-9DD4-59C140A1B8AB}"/>
              </a:ext>
            </a:extLst>
          </p:cNvPr>
          <p:cNvSpPr>
            <a:spLocks noGrp="1"/>
          </p:cNvSpPr>
          <p:nvPr>
            <p:ph type="sldNum" sz="quarter" idx="12"/>
          </p:nvPr>
        </p:nvSpPr>
        <p:spPr/>
        <p:txBody>
          <a:bodyPr/>
          <a:lstStyle/>
          <a:p>
            <a:fld id="{E772ECA1-8250-4348-AD87-2DD484522E5E}" type="slidenum">
              <a:rPr lang="en-IN" smtClean="0"/>
              <a:t>‹#›</a:t>
            </a:fld>
            <a:endParaRPr lang="en-IN"/>
          </a:p>
        </p:txBody>
      </p:sp>
    </p:spTree>
    <p:extLst>
      <p:ext uri="{BB962C8B-B14F-4D97-AF65-F5344CB8AC3E}">
        <p14:creationId xmlns:p14="http://schemas.microsoft.com/office/powerpoint/2010/main" val="105699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867659-E8E7-498D-3424-CD9F794AA72B}"/>
              </a:ext>
            </a:extLst>
          </p:cNvPr>
          <p:cNvSpPr>
            <a:spLocks noGrp="1"/>
          </p:cNvSpPr>
          <p:nvPr>
            <p:ph type="dt" sz="half" idx="10"/>
          </p:nvPr>
        </p:nvSpPr>
        <p:spPr/>
        <p:txBody>
          <a:bodyPr/>
          <a:lstStyle/>
          <a:p>
            <a:fld id="{BE5F2B7B-73EB-4DCE-A7B3-6E772B2D90D7}" type="datetimeFigureOut">
              <a:rPr lang="en-IN" smtClean="0"/>
              <a:t>24-07-2026</a:t>
            </a:fld>
            <a:endParaRPr lang="en-IN"/>
          </a:p>
        </p:txBody>
      </p:sp>
      <p:sp>
        <p:nvSpPr>
          <p:cNvPr id="3" name="Footer Placeholder 2">
            <a:extLst>
              <a:ext uri="{FF2B5EF4-FFF2-40B4-BE49-F238E27FC236}">
                <a16:creationId xmlns:a16="http://schemas.microsoft.com/office/drawing/2014/main" id="{EC209878-8156-BABF-1D86-BB05D7035AE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CFF4426-CFB4-6FAE-1DB5-8FB590BC6C6A}"/>
              </a:ext>
            </a:extLst>
          </p:cNvPr>
          <p:cNvSpPr>
            <a:spLocks noGrp="1"/>
          </p:cNvSpPr>
          <p:nvPr>
            <p:ph type="sldNum" sz="quarter" idx="12"/>
          </p:nvPr>
        </p:nvSpPr>
        <p:spPr/>
        <p:txBody>
          <a:bodyPr/>
          <a:lstStyle/>
          <a:p>
            <a:fld id="{E772ECA1-8250-4348-AD87-2DD484522E5E}" type="slidenum">
              <a:rPr lang="en-IN" smtClean="0"/>
              <a:t>‹#›</a:t>
            </a:fld>
            <a:endParaRPr lang="en-IN"/>
          </a:p>
        </p:txBody>
      </p:sp>
    </p:spTree>
    <p:extLst>
      <p:ext uri="{BB962C8B-B14F-4D97-AF65-F5344CB8AC3E}">
        <p14:creationId xmlns:p14="http://schemas.microsoft.com/office/powerpoint/2010/main" val="248847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1176-9D91-086F-E41C-F247959B0F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599E69-7E7B-418B-BA8B-7F0DFDDCA1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1A036A-ED05-913C-CC77-DAA4191716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06CECC-0DDE-9F87-815B-EF2700ADA20B}"/>
              </a:ext>
            </a:extLst>
          </p:cNvPr>
          <p:cNvSpPr>
            <a:spLocks noGrp="1"/>
          </p:cNvSpPr>
          <p:nvPr>
            <p:ph type="dt" sz="half" idx="10"/>
          </p:nvPr>
        </p:nvSpPr>
        <p:spPr/>
        <p:txBody>
          <a:bodyPr/>
          <a:lstStyle/>
          <a:p>
            <a:fld id="{BE5F2B7B-73EB-4DCE-A7B3-6E772B2D90D7}" type="datetimeFigureOut">
              <a:rPr lang="en-IN" smtClean="0"/>
              <a:t>24-07-2026</a:t>
            </a:fld>
            <a:endParaRPr lang="en-IN"/>
          </a:p>
        </p:txBody>
      </p:sp>
      <p:sp>
        <p:nvSpPr>
          <p:cNvPr id="6" name="Footer Placeholder 5">
            <a:extLst>
              <a:ext uri="{FF2B5EF4-FFF2-40B4-BE49-F238E27FC236}">
                <a16:creationId xmlns:a16="http://schemas.microsoft.com/office/drawing/2014/main" id="{33DCF6FA-56AB-6033-69F8-639C1FEA1B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0DB44F-29F0-B01E-22BF-144DCBF20A18}"/>
              </a:ext>
            </a:extLst>
          </p:cNvPr>
          <p:cNvSpPr>
            <a:spLocks noGrp="1"/>
          </p:cNvSpPr>
          <p:nvPr>
            <p:ph type="sldNum" sz="quarter" idx="12"/>
          </p:nvPr>
        </p:nvSpPr>
        <p:spPr/>
        <p:txBody>
          <a:bodyPr/>
          <a:lstStyle/>
          <a:p>
            <a:fld id="{E772ECA1-8250-4348-AD87-2DD484522E5E}" type="slidenum">
              <a:rPr lang="en-IN" smtClean="0"/>
              <a:t>‹#›</a:t>
            </a:fld>
            <a:endParaRPr lang="en-IN"/>
          </a:p>
        </p:txBody>
      </p:sp>
    </p:spTree>
    <p:extLst>
      <p:ext uri="{BB962C8B-B14F-4D97-AF65-F5344CB8AC3E}">
        <p14:creationId xmlns:p14="http://schemas.microsoft.com/office/powerpoint/2010/main" val="3822794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B56A4-64B0-80D5-D571-7EF1869F04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633B8E4-9345-2020-1D2A-09F21D7BC9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3FB3E0-DB88-D66D-8BF2-CB12B647C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926FF7-BF69-19F7-A2BE-AEF0A77BBC3E}"/>
              </a:ext>
            </a:extLst>
          </p:cNvPr>
          <p:cNvSpPr>
            <a:spLocks noGrp="1"/>
          </p:cNvSpPr>
          <p:nvPr>
            <p:ph type="dt" sz="half" idx="10"/>
          </p:nvPr>
        </p:nvSpPr>
        <p:spPr/>
        <p:txBody>
          <a:bodyPr/>
          <a:lstStyle/>
          <a:p>
            <a:fld id="{BE5F2B7B-73EB-4DCE-A7B3-6E772B2D90D7}" type="datetimeFigureOut">
              <a:rPr lang="en-IN" smtClean="0"/>
              <a:t>24-07-2026</a:t>
            </a:fld>
            <a:endParaRPr lang="en-IN"/>
          </a:p>
        </p:txBody>
      </p:sp>
      <p:sp>
        <p:nvSpPr>
          <p:cNvPr id="6" name="Footer Placeholder 5">
            <a:extLst>
              <a:ext uri="{FF2B5EF4-FFF2-40B4-BE49-F238E27FC236}">
                <a16:creationId xmlns:a16="http://schemas.microsoft.com/office/drawing/2014/main" id="{7C77DA45-26E5-D745-5073-A2485CBAF9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921C32-7B1C-6EDA-6C04-DF5A9578B888}"/>
              </a:ext>
            </a:extLst>
          </p:cNvPr>
          <p:cNvSpPr>
            <a:spLocks noGrp="1"/>
          </p:cNvSpPr>
          <p:nvPr>
            <p:ph type="sldNum" sz="quarter" idx="12"/>
          </p:nvPr>
        </p:nvSpPr>
        <p:spPr/>
        <p:txBody>
          <a:bodyPr/>
          <a:lstStyle/>
          <a:p>
            <a:fld id="{E772ECA1-8250-4348-AD87-2DD484522E5E}" type="slidenum">
              <a:rPr lang="en-IN" smtClean="0"/>
              <a:t>‹#›</a:t>
            </a:fld>
            <a:endParaRPr lang="en-IN"/>
          </a:p>
        </p:txBody>
      </p:sp>
    </p:spTree>
    <p:extLst>
      <p:ext uri="{BB962C8B-B14F-4D97-AF65-F5344CB8AC3E}">
        <p14:creationId xmlns:p14="http://schemas.microsoft.com/office/powerpoint/2010/main" val="2254680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56C7A-C2EA-14BE-1099-DE025A401BF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A0E450-984E-E3B8-3BFD-F5224CBE98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0D2CAB-44B1-31A7-1A0B-81CB228BCD2C}"/>
              </a:ext>
            </a:extLst>
          </p:cNvPr>
          <p:cNvSpPr>
            <a:spLocks noGrp="1"/>
          </p:cNvSpPr>
          <p:nvPr>
            <p:ph type="dt" sz="half" idx="10"/>
          </p:nvPr>
        </p:nvSpPr>
        <p:spPr/>
        <p:txBody>
          <a:bodyPr/>
          <a:lstStyle/>
          <a:p>
            <a:fld id="{BE5F2B7B-73EB-4DCE-A7B3-6E772B2D90D7}" type="datetimeFigureOut">
              <a:rPr lang="en-IN" smtClean="0"/>
              <a:t>24-07-2026</a:t>
            </a:fld>
            <a:endParaRPr lang="en-IN"/>
          </a:p>
        </p:txBody>
      </p:sp>
      <p:sp>
        <p:nvSpPr>
          <p:cNvPr id="5" name="Footer Placeholder 4">
            <a:extLst>
              <a:ext uri="{FF2B5EF4-FFF2-40B4-BE49-F238E27FC236}">
                <a16:creationId xmlns:a16="http://schemas.microsoft.com/office/drawing/2014/main" id="{A6CA8862-93D8-44D4-5D80-8EA74E5F0B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CC54B2-2802-4DDF-7622-D70175581E78}"/>
              </a:ext>
            </a:extLst>
          </p:cNvPr>
          <p:cNvSpPr>
            <a:spLocks noGrp="1"/>
          </p:cNvSpPr>
          <p:nvPr>
            <p:ph type="sldNum" sz="quarter" idx="12"/>
          </p:nvPr>
        </p:nvSpPr>
        <p:spPr/>
        <p:txBody>
          <a:bodyPr/>
          <a:lstStyle/>
          <a:p>
            <a:fld id="{E772ECA1-8250-4348-AD87-2DD484522E5E}" type="slidenum">
              <a:rPr lang="en-IN" smtClean="0"/>
              <a:t>‹#›</a:t>
            </a:fld>
            <a:endParaRPr lang="en-IN"/>
          </a:p>
        </p:txBody>
      </p:sp>
    </p:spTree>
    <p:extLst>
      <p:ext uri="{BB962C8B-B14F-4D97-AF65-F5344CB8AC3E}">
        <p14:creationId xmlns:p14="http://schemas.microsoft.com/office/powerpoint/2010/main" val="179968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1A55B9-886A-D540-3D60-15C87AE142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25A363-AE91-F91E-2D6F-72F14BBA03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A3C48A-364F-D9C2-CC0E-50CE4C1442D7}"/>
              </a:ext>
            </a:extLst>
          </p:cNvPr>
          <p:cNvSpPr>
            <a:spLocks noGrp="1"/>
          </p:cNvSpPr>
          <p:nvPr>
            <p:ph type="dt" sz="half" idx="10"/>
          </p:nvPr>
        </p:nvSpPr>
        <p:spPr/>
        <p:txBody>
          <a:bodyPr/>
          <a:lstStyle/>
          <a:p>
            <a:fld id="{BE5F2B7B-73EB-4DCE-A7B3-6E772B2D90D7}" type="datetimeFigureOut">
              <a:rPr lang="en-IN" smtClean="0"/>
              <a:t>24-07-2026</a:t>
            </a:fld>
            <a:endParaRPr lang="en-IN"/>
          </a:p>
        </p:txBody>
      </p:sp>
      <p:sp>
        <p:nvSpPr>
          <p:cNvPr id="5" name="Footer Placeholder 4">
            <a:extLst>
              <a:ext uri="{FF2B5EF4-FFF2-40B4-BE49-F238E27FC236}">
                <a16:creationId xmlns:a16="http://schemas.microsoft.com/office/drawing/2014/main" id="{1039E496-6604-933F-AE9E-1689F368C6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A92AF8-54AA-2B28-8426-3FD5E671B8EF}"/>
              </a:ext>
            </a:extLst>
          </p:cNvPr>
          <p:cNvSpPr>
            <a:spLocks noGrp="1"/>
          </p:cNvSpPr>
          <p:nvPr>
            <p:ph type="sldNum" sz="quarter" idx="12"/>
          </p:nvPr>
        </p:nvSpPr>
        <p:spPr/>
        <p:txBody>
          <a:bodyPr/>
          <a:lstStyle/>
          <a:p>
            <a:fld id="{E772ECA1-8250-4348-AD87-2DD484522E5E}" type="slidenum">
              <a:rPr lang="en-IN" smtClean="0"/>
              <a:t>‹#›</a:t>
            </a:fld>
            <a:endParaRPr lang="en-IN"/>
          </a:p>
        </p:txBody>
      </p:sp>
    </p:spTree>
    <p:extLst>
      <p:ext uri="{BB962C8B-B14F-4D97-AF65-F5344CB8AC3E}">
        <p14:creationId xmlns:p14="http://schemas.microsoft.com/office/powerpoint/2010/main" val="3663286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CD9F59-090D-0B4D-5D61-2DBDB58F31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2EF320-E00C-7BFB-5661-E2E65FA256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2D7D98-C4D3-01C1-A173-397D89976B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5F2B7B-73EB-4DCE-A7B3-6E772B2D90D7}" type="datetimeFigureOut">
              <a:rPr lang="en-IN" smtClean="0"/>
              <a:t>24-07-2026</a:t>
            </a:fld>
            <a:endParaRPr lang="en-IN"/>
          </a:p>
        </p:txBody>
      </p:sp>
      <p:sp>
        <p:nvSpPr>
          <p:cNvPr id="5" name="Footer Placeholder 4">
            <a:extLst>
              <a:ext uri="{FF2B5EF4-FFF2-40B4-BE49-F238E27FC236}">
                <a16:creationId xmlns:a16="http://schemas.microsoft.com/office/drawing/2014/main" id="{76ACC023-7BE8-ECA0-6180-742FEA5A03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D77AD0C-780E-82DD-3397-B53B694A8F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2ECA1-8250-4348-AD87-2DD484522E5E}" type="slidenum">
              <a:rPr lang="en-IN" smtClean="0"/>
              <a:t>‹#›</a:t>
            </a:fld>
            <a:endParaRPr lang="en-IN"/>
          </a:p>
        </p:txBody>
      </p:sp>
    </p:spTree>
    <p:extLst>
      <p:ext uri="{BB962C8B-B14F-4D97-AF65-F5344CB8AC3E}">
        <p14:creationId xmlns:p14="http://schemas.microsoft.com/office/powerpoint/2010/main" val="457539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3.png"/><Relationship Id="rId16"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7D789-42C9-AEBD-A960-DE8D52125C8B}"/>
              </a:ext>
            </a:extLst>
          </p:cNvPr>
          <p:cNvSpPr>
            <a:spLocks noGrp="1"/>
          </p:cNvSpPr>
          <p:nvPr>
            <p:ph type="title"/>
          </p:nvPr>
        </p:nvSpPr>
        <p:spPr>
          <a:xfrm>
            <a:off x="838200" y="1026606"/>
            <a:ext cx="10515600" cy="1325563"/>
          </a:xfrm>
        </p:spPr>
        <p:txBody>
          <a:bodyPr>
            <a:normAutofit/>
          </a:bodyPr>
          <a:lstStyle/>
          <a:p>
            <a:pPr algn="ctr"/>
            <a:r>
              <a:rPr lang="en-IN" sz="5400" dirty="0">
                <a:latin typeface="Times New Roman" panose="02020603050405020304" pitchFamily="18" charset="0"/>
                <a:cs typeface="Times New Roman" panose="02020603050405020304" pitchFamily="18" charset="0"/>
              </a:rPr>
              <a:t>SIMATS ENGINEERING</a:t>
            </a:r>
          </a:p>
        </p:txBody>
      </p:sp>
      <p:sp>
        <p:nvSpPr>
          <p:cNvPr id="3" name="Content Placeholder 2">
            <a:extLst>
              <a:ext uri="{FF2B5EF4-FFF2-40B4-BE49-F238E27FC236}">
                <a16:creationId xmlns:a16="http://schemas.microsoft.com/office/drawing/2014/main" id="{3C02EC68-91C2-8866-189E-F6A7538B2A81}"/>
              </a:ext>
            </a:extLst>
          </p:cNvPr>
          <p:cNvSpPr>
            <a:spLocks noGrp="1"/>
          </p:cNvSpPr>
          <p:nvPr>
            <p:ph idx="1"/>
          </p:nvPr>
        </p:nvSpPr>
        <p:spPr>
          <a:xfrm>
            <a:off x="838200" y="2441643"/>
            <a:ext cx="10515600" cy="3735320"/>
          </a:xfrm>
        </p:spPr>
        <p:txBody>
          <a:bodyPr>
            <a:normAutofit fontScale="92500" lnSpcReduction="10000"/>
          </a:bodyPr>
          <a:lstStyle/>
          <a:p>
            <a:pPr marL="0" indent="0" algn="ctr">
              <a:buNone/>
            </a:pPr>
            <a:r>
              <a:rPr lang="en-IN" sz="4400" dirty="0">
                <a:latin typeface="Times New Roman" panose="02020603050405020304" pitchFamily="18" charset="0"/>
                <a:cs typeface="Times New Roman" panose="02020603050405020304" pitchFamily="18" charset="0"/>
              </a:rPr>
              <a:t>Pipeline Corrosion Inspection</a:t>
            </a:r>
          </a:p>
          <a:p>
            <a:pPr marL="0" indent="0" algn="ctr">
              <a:buNone/>
            </a:pPr>
            <a:endParaRPr lang="en-IN" dirty="0">
              <a:latin typeface="Times New Roman" panose="02020603050405020304" pitchFamily="18" charset="0"/>
              <a:cs typeface="Times New Roman" panose="02020603050405020304" pitchFamily="18" charset="0"/>
            </a:endParaRPr>
          </a:p>
          <a:p>
            <a:pPr marL="0" indent="0" algn="ctr">
              <a:buNone/>
            </a:pPr>
            <a:endParaRPr lang="en-IN" dirty="0">
              <a:latin typeface="Times New Roman" panose="02020603050405020304" pitchFamily="18" charset="0"/>
              <a:cs typeface="Times New Roman" panose="02020603050405020304" pitchFamily="18" charset="0"/>
            </a:endParaRPr>
          </a:p>
          <a:p>
            <a:pPr marL="0" indent="0" algn="ctr">
              <a:buNone/>
            </a:pPr>
            <a:r>
              <a:rPr lang="en-IN" sz="2400" dirty="0">
                <a:latin typeface="Times New Roman" panose="02020603050405020304" pitchFamily="18" charset="0"/>
                <a:cs typeface="Times New Roman" panose="02020603050405020304" pitchFamily="18" charset="0"/>
              </a:rPr>
              <a:t>COURSE CODE:DSA0205</a:t>
            </a:r>
          </a:p>
          <a:p>
            <a:pPr marL="0" indent="0" algn="ctr">
              <a:buNone/>
            </a:pPr>
            <a:r>
              <a:rPr lang="en-IN" sz="2400" dirty="0">
                <a:latin typeface="Times New Roman" panose="02020603050405020304" pitchFamily="18" charset="0"/>
                <a:cs typeface="Times New Roman" panose="02020603050405020304" pitchFamily="18" charset="0"/>
              </a:rPr>
              <a:t>COURSE NAME:COMPUTER VISION WITH OPENCV</a:t>
            </a:r>
          </a:p>
          <a:p>
            <a:pPr marL="0" indent="0" algn="ctr">
              <a:buNone/>
            </a:pPr>
            <a:endParaRPr lang="en-IN" sz="2400" dirty="0">
              <a:latin typeface="Times New Roman" panose="02020603050405020304" pitchFamily="18" charset="0"/>
              <a:cs typeface="Times New Roman" panose="02020603050405020304" pitchFamily="18" charset="0"/>
            </a:endParaRPr>
          </a:p>
          <a:p>
            <a:pPr marL="0" indent="0" algn="ctr">
              <a:buNone/>
            </a:pPr>
            <a:r>
              <a:rPr lang="en-IN" sz="2400" dirty="0">
                <a:latin typeface="Times New Roman" panose="02020603050405020304" pitchFamily="18" charset="0"/>
                <a:cs typeface="Times New Roman" panose="02020603050405020304" pitchFamily="18" charset="0"/>
              </a:rPr>
              <a:t>PRESENTED BY:</a:t>
            </a:r>
          </a:p>
          <a:p>
            <a:pPr marL="0" indent="0" algn="ctr">
              <a:buNone/>
            </a:pPr>
            <a:r>
              <a:rPr lang="en-IN" sz="2400" dirty="0">
                <a:latin typeface="Times New Roman" panose="02020603050405020304" pitchFamily="18" charset="0"/>
                <a:cs typeface="Times New Roman" panose="02020603050405020304" pitchFamily="18" charset="0"/>
              </a:rPr>
              <a:t>Y.BHAVYA SRI</a:t>
            </a:r>
          </a:p>
        </p:txBody>
      </p:sp>
      <p:pic>
        <p:nvPicPr>
          <p:cNvPr id="4" name="Picture 3" descr="SIMATS CGPA Calculator">
            <a:extLst>
              <a:ext uri="{FF2B5EF4-FFF2-40B4-BE49-F238E27FC236}">
                <a16:creationId xmlns:a16="http://schemas.microsoft.com/office/drawing/2014/main" id="{FEBD011F-F4DE-A2C1-EF2A-D2F26A4A3C8D}"/>
              </a:ext>
            </a:extLst>
          </p:cNvPr>
          <p:cNvPicPr>
            <a:picLocks noChangeAspect="1"/>
          </p:cNvPicPr>
          <p:nvPr/>
        </p:nvPicPr>
        <p:blipFill>
          <a:blip r:embed="rId2"/>
          <a:stretch>
            <a:fillRect/>
          </a:stretch>
        </p:blipFill>
        <p:spPr>
          <a:xfrm>
            <a:off x="10189495" y="147256"/>
            <a:ext cx="1618491" cy="1496718"/>
          </a:xfrm>
          <a:prstGeom prst="rect">
            <a:avLst/>
          </a:prstGeom>
        </p:spPr>
      </p:pic>
      <p:pic>
        <p:nvPicPr>
          <p:cNvPr id="6" name="Picture 5">
            <a:extLst>
              <a:ext uri="{FF2B5EF4-FFF2-40B4-BE49-F238E27FC236}">
                <a16:creationId xmlns:a16="http://schemas.microsoft.com/office/drawing/2014/main" id="{CDA2784E-BE3A-CA20-10AC-72DDB4BE5FA5}"/>
              </a:ext>
            </a:extLst>
          </p:cNvPr>
          <p:cNvPicPr>
            <a:picLocks noChangeAspect="1"/>
          </p:cNvPicPr>
          <p:nvPr/>
        </p:nvPicPr>
        <p:blipFill>
          <a:blip r:embed="rId3"/>
          <a:stretch>
            <a:fillRect/>
          </a:stretch>
        </p:blipFill>
        <p:spPr>
          <a:xfrm>
            <a:off x="384014" y="147256"/>
            <a:ext cx="1618491" cy="1496718"/>
          </a:xfrm>
          <a:prstGeom prst="rect">
            <a:avLst/>
          </a:prstGeom>
        </p:spPr>
      </p:pic>
    </p:spTree>
    <p:extLst>
      <p:ext uri="{BB962C8B-B14F-4D97-AF65-F5344CB8AC3E}">
        <p14:creationId xmlns:p14="http://schemas.microsoft.com/office/powerpoint/2010/main" val="551842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98D62-7EAF-6066-14D4-1C87B74835FB}"/>
              </a:ext>
            </a:extLst>
          </p:cNvPr>
          <p:cNvSpPr>
            <a:spLocks noGrp="1"/>
          </p:cNvSpPr>
          <p:nvPr>
            <p:ph type="title"/>
          </p:nvPr>
        </p:nvSpPr>
        <p:spPr>
          <a:xfrm>
            <a:off x="584200" y="111125"/>
            <a:ext cx="3285067" cy="1325563"/>
          </a:xfrm>
        </p:spPr>
        <p:txBody>
          <a:bodyPr>
            <a:normAutofit/>
          </a:bodyPr>
          <a:lstStyle/>
          <a:p>
            <a:r>
              <a:rPr lang="en-IN" sz="4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00A14C43-3134-2243-B44E-7BECF4C25165}"/>
              </a:ext>
            </a:extLst>
          </p:cNvPr>
          <p:cNvSpPr>
            <a:spLocks noGrp="1"/>
          </p:cNvSpPr>
          <p:nvPr>
            <p:ph idx="1"/>
          </p:nvPr>
        </p:nvSpPr>
        <p:spPr>
          <a:xfrm>
            <a:off x="660400" y="1436688"/>
            <a:ext cx="10515600" cy="4351338"/>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	Pipeline Corrosion Inspection</a:t>
            </a:r>
            <a:r>
              <a:rPr lang="en-IN" sz="2000" dirty="0">
                <a:latin typeface="Times New Roman" panose="02020603050405020304" pitchFamily="18" charset="0"/>
                <a:cs typeface="Times New Roman" panose="02020603050405020304" pitchFamily="18" charset="0"/>
              </a:rPr>
              <a:t> is a critical process for ensuring the safety, reliability, and longevity of pipelines used in oil, gas, water, and chemical transportation. Corrosion can lead to leaks, structural failures, environmental damage, and significant economic losses if not detected at an early stage. This project focuses on developing an efficient inspection workflow using digital image processing and artificial intelligence (AI) techniques to identify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corrosion defects. The process begins with collecting inspection data using cameras, drones, robotic crawlers, or in-line inspection (ILI) tools. The acquired images are then </a:t>
            </a:r>
            <a:r>
              <a:rPr lang="en-IN" sz="2000" dirty="0" err="1">
                <a:latin typeface="Times New Roman" panose="02020603050405020304" pitchFamily="18" charset="0"/>
                <a:cs typeface="Times New Roman" panose="02020603050405020304" pitchFamily="18" charset="0"/>
              </a:rPr>
              <a:t>preprocessed</a:t>
            </a:r>
            <a:r>
              <a:rPr lang="en-IN" sz="2000" dirty="0">
                <a:latin typeface="Times New Roman" panose="02020603050405020304" pitchFamily="18" charset="0"/>
                <a:cs typeface="Times New Roman" panose="02020603050405020304" pitchFamily="18" charset="0"/>
              </a:rPr>
              <a:t> through noise removal, contrast enhancement, and image normalization to improve their quality. Expert annotation is performed to identify corrosion regions, classify defect types, and generate accurate labels for model training. The annotated data is securely stored in a centralized database for future analysis and AI model development. Machine learning and deep learning algorithms can then be applied to automatically detect corrosion, estimate its severity, and support predictive maintenance. This approach improves inspection accuracy, reduces manual effort and maintenance costs, enhances operational safety, and enables timely decision-making for effective pipeline integrity management.</a:t>
            </a:r>
          </a:p>
        </p:txBody>
      </p:sp>
    </p:spTree>
    <p:extLst>
      <p:ext uri="{BB962C8B-B14F-4D97-AF65-F5344CB8AC3E}">
        <p14:creationId xmlns:p14="http://schemas.microsoft.com/office/powerpoint/2010/main" val="2382840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0A5550D-3133-F1B4-5DEC-D8C76E9BF38B}"/>
              </a:ext>
            </a:extLst>
          </p:cNvPr>
          <p:cNvSpPr/>
          <p:nvPr/>
        </p:nvSpPr>
        <p:spPr>
          <a:xfrm>
            <a:off x="372534" y="440267"/>
            <a:ext cx="1989667" cy="999066"/>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DATA COLLECTION</a:t>
            </a:r>
          </a:p>
        </p:txBody>
      </p:sp>
      <p:sp>
        <p:nvSpPr>
          <p:cNvPr id="5" name="Rectangle: Rounded Corners 4">
            <a:extLst>
              <a:ext uri="{FF2B5EF4-FFF2-40B4-BE49-F238E27FC236}">
                <a16:creationId xmlns:a16="http://schemas.microsoft.com/office/drawing/2014/main" id="{27ABDA42-7D5E-361C-0CD0-494EF8361F82}"/>
              </a:ext>
            </a:extLst>
          </p:cNvPr>
          <p:cNvSpPr/>
          <p:nvPr/>
        </p:nvSpPr>
        <p:spPr>
          <a:xfrm>
            <a:off x="3496733" y="440267"/>
            <a:ext cx="2150534" cy="999066"/>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DATA PREPROCESSING</a:t>
            </a:r>
          </a:p>
        </p:txBody>
      </p:sp>
      <p:sp>
        <p:nvSpPr>
          <p:cNvPr id="6" name="Rectangle: Rounded Corners 5">
            <a:extLst>
              <a:ext uri="{FF2B5EF4-FFF2-40B4-BE49-F238E27FC236}">
                <a16:creationId xmlns:a16="http://schemas.microsoft.com/office/drawing/2014/main" id="{DCDDDC85-6C03-DC81-1005-66669DD38C28}"/>
              </a:ext>
            </a:extLst>
          </p:cNvPr>
          <p:cNvSpPr/>
          <p:nvPr/>
        </p:nvSpPr>
        <p:spPr>
          <a:xfrm>
            <a:off x="6544735" y="440267"/>
            <a:ext cx="2150534" cy="999066"/>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CORROSION ANNOTATION</a:t>
            </a:r>
          </a:p>
        </p:txBody>
      </p:sp>
      <p:sp>
        <p:nvSpPr>
          <p:cNvPr id="8" name="Rectangle: Rounded Corners 7">
            <a:extLst>
              <a:ext uri="{FF2B5EF4-FFF2-40B4-BE49-F238E27FC236}">
                <a16:creationId xmlns:a16="http://schemas.microsoft.com/office/drawing/2014/main" id="{E226BB78-6F9E-F604-1A1C-9CE88516A7A4}"/>
              </a:ext>
            </a:extLst>
          </p:cNvPr>
          <p:cNvSpPr/>
          <p:nvPr/>
        </p:nvSpPr>
        <p:spPr>
          <a:xfrm>
            <a:off x="9668932" y="440267"/>
            <a:ext cx="2150534" cy="99906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DATA STORAGE &amp;ANALYSIS</a:t>
            </a:r>
          </a:p>
        </p:txBody>
      </p:sp>
      <p:sp>
        <p:nvSpPr>
          <p:cNvPr id="9" name="Rectangle: Rounded Corners 8">
            <a:extLst>
              <a:ext uri="{FF2B5EF4-FFF2-40B4-BE49-F238E27FC236}">
                <a16:creationId xmlns:a16="http://schemas.microsoft.com/office/drawing/2014/main" id="{DE6EAEC7-9315-BFBC-1742-62E034A39738}"/>
              </a:ext>
            </a:extLst>
          </p:cNvPr>
          <p:cNvSpPr/>
          <p:nvPr/>
        </p:nvSpPr>
        <p:spPr>
          <a:xfrm>
            <a:off x="160868" y="1896511"/>
            <a:ext cx="2573867" cy="4783666"/>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4F103C9F-5D14-0BCE-0068-DC590B51E3C7}"/>
              </a:ext>
            </a:extLst>
          </p:cNvPr>
          <p:cNvCxnSpPr>
            <a:stCxn id="4" idx="3"/>
            <a:endCxn id="5" idx="1"/>
          </p:cNvCxnSpPr>
          <p:nvPr/>
        </p:nvCxnSpPr>
        <p:spPr>
          <a:xfrm>
            <a:off x="2362201" y="939800"/>
            <a:ext cx="11345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145EF79-37EA-03E7-CC4C-2109F54B460C}"/>
              </a:ext>
            </a:extLst>
          </p:cNvPr>
          <p:cNvCxnSpPr>
            <a:stCxn id="5" idx="3"/>
            <a:endCxn id="6" idx="1"/>
          </p:cNvCxnSpPr>
          <p:nvPr/>
        </p:nvCxnSpPr>
        <p:spPr>
          <a:xfrm>
            <a:off x="5647267" y="939800"/>
            <a:ext cx="89746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2C4406D5-44CA-7CE0-2421-D889BDD9D97A}"/>
              </a:ext>
            </a:extLst>
          </p:cNvPr>
          <p:cNvCxnSpPr>
            <a:stCxn id="6" idx="3"/>
            <a:endCxn id="8" idx="1"/>
          </p:cNvCxnSpPr>
          <p:nvPr/>
        </p:nvCxnSpPr>
        <p:spPr>
          <a:xfrm>
            <a:off x="8695269" y="939800"/>
            <a:ext cx="97366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Rectangle: Rounded Corners 16">
            <a:extLst>
              <a:ext uri="{FF2B5EF4-FFF2-40B4-BE49-F238E27FC236}">
                <a16:creationId xmlns:a16="http://schemas.microsoft.com/office/drawing/2014/main" id="{A6BB763D-2A33-26E8-BF58-4AE52FE3E208}"/>
              </a:ext>
            </a:extLst>
          </p:cNvPr>
          <p:cNvSpPr/>
          <p:nvPr/>
        </p:nvSpPr>
        <p:spPr>
          <a:xfrm>
            <a:off x="3285066" y="1896529"/>
            <a:ext cx="2573867" cy="4783661"/>
          </a:xfrm>
          <a:prstGeom prst="roundRect">
            <a:avLst/>
          </a:prstGeom>
          <a:no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8A89E1E5-490F-C0EB-4B4F-7A123381A128}"/>
              </a:ext>
            </a:extLst>
          </p:cNvPr>
          <p:cNvSpPr/>
          <p:nvPr/>
        </p:nvSpPr>
        <p:spPr>
          <a:xfrm>
            <a:off x="6371165" y="1896511"/>
            <a:ext cx="2573867" cy="4783664"/>
          </a:xfrm>
          <a:prstGeom prst="roundRect">
            <a:avLst/>
          </a:prstGeom>
          <a:no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CB3A4F97-D27B-49F2-A5E3-6F119D202918}"/>
              </a:ext>
            </a:extLst>
          </p:cNvPr>
          <p:cNvSpPr/>
          <p:nvPr/>
        </p:nvSpPr>
        <p:spPr>
          <a:xfrm>
            <a:off x="9457265" y="1896511"/>
            <a:ext cx="2573867" cy="4783659"/>
          </a:xfrm>
          <a:prstGeom prst="roundRect">
            <a:avLst/>
          </a:prstGeom>
          <a:no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3AE9C675-DD8C-BD79-167F-C1DE6256A6C9}"/>
              </a:ext>
            </a:extLst>
          </p:cNvPr>
          <p:cNvPicPr>
            <a:picLocks noChangeAspect="1"/>
          </p:cNvPicPr>
          <p:nvPr/>
        </p:nvPicPr>
        <p:blipFill>
          <a:blip r:embed="rId2"/>
          <a:stretch>
            <a:fillRect/>
          </a:stretch>
        </p:blipFill>
        <p:spPr>
          <a:xfrm>
            <a:off x="593991" y="2359827"/>
            <a:ext cx="1790950" cy="704948"/>
          </a:xfrm>
          <a:prstGeom prst="rect">
            <a:avLst/>
          </a:prstGeom>
        </p:spPr>
      </p:pic>
      <p:pic>
        <p:nvPicPr>
          <p:cNvPr id="23" name="Picture 22">
            <a:extLst>
              <a:ext uri="{FF2B5EF4-FFF2-40B4-BE49-F238E27FC236}">
                <a16:creationId xmlns:a16="http://schemas.microsoft.com/office/drawing/2014/main" id="{AF33AE21-1607-79AF-C8BD-DC0F6E222252}"/>
              </a:ext>
            </a:extLst>
          </p:cNvPr>
          <p:cNvPicPr>
            <a:picLocks noChangeAspect="1"/>
          </p:cNvPicPr>
          <p:nvPr/>
        </p:nvPicPr>
        <p:blipFill>
          <a:blip r:embed="rId3"/>
          <a:stretch>
            <a:fillRect/>
          </a:stretch>
        </p:blipFill>
        <p:spPr>
          <a:xfrm>
            <a:off x="682223" y="3927971"/>
            <a:ext cx="1501270" cy="632515"/>
          </a:xfrm>
          <a:prstGeom prst="rect">
            <a:avLst/>
          </a:prstGeom>
        </p:spPr>
      </p:pic>
      <p:pic>
        <p:nvPicPr>
          <p:cNvPr id="25" name="Picture 24">
            <a:extLst>
              <a:ext uri="{FF2B5EF4-FFF2-40B4-BE49-F238E27FC236}">
                <a16:creationId xmlns:a16="http://schemas.microsoft.com/office/drawing/2014/main" id="{F335B601-66E2-151B-9FEA-AFBDECFB58D1}"/>
              </a:ext>
            </a:extLst>
          </p:cNvPr>
          <p:cNvPicPr>
            <a:picLocks noChangeAspect="1"/>
          </p:cNvPicPr>
          <p:nvPr/>
        </p:nvPicPr>
        <p:blipFill>
          <a:blip r:embed="rId4"/>
          <a:stretch>
            <a:fillRect/>
          </a:stretch>
        </p:blipFill>
        <p:spPr>
          <a:xfrm>
            <a:off x="682223" y="5258093"/>
            <a:ext cx="1539373" cy="518205"/>
          </a:xfrm>
          <a:prstGeom prst="rect">
            <a:avLst/>
          </a:prstGeom>
        </p:spPr>
      </p:pic>
      <p:sp>
        <p:nvSpPr>
          <p:cNvPr id="26" name="TextBox 25">
            <a:extLst>
              <a:ext uri="{FF2B5EF4-FFF2-40B4-BE49-F238E27FC236}">
                <a16:creationId xmlns:a16="http://schemas.microsoft.com/office/drawing/2014/main" id="{11EC23BC-2383-76BA-EE1A-D437AA5C6E4B}"/>
              </a:ext>
            </a:extLst>
          </p:cNvPr>
          <p:cNvSpPr txBox="1"/>
          <p:nvPr/>
        </p:nvSpPr>
        <p:spPr>
          <a:xfrm>
            <a:off x="616732" y="2065867"/>
            <a:ext cx="1745469"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Acquire Pipeline Data</a:t>
            </a:r>
          </a:p>
        </p:txBody>
      </p:sp>
      <p:sp>
        <p:nvSpPr>
          <p:cNvPr id="27" name="TextBox 26">
            <a:extLst>
              <a:ext uri="{FF2B5EF4-FFF2-40B4-BE49-F238E27FC236}">
                <a16:creationId xmlns:a16="http://schemas.microsoft.com/office/drawing/2014/main" id="{372A9996-D968-DFBF-7E0D-FBE4F1CF397F}"/>
              </a:ext>
            </a:extLst>
          </p:cNvPr>
          <p:cNvSpPr txBox="1"/>
          <p:nvPr/>
        </p:nvSpPr>
        <p:spPr>
          <a:xfrm>
            <a:off x="593991" y="3104038"/>
            <a:ext cx="1677735" cy="461665"/>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In-Line Inspection(ILI)</a:t>
            </a:r>
          </a:p>
          <a:p>
            <a:r>
              <a:rPr lang="en-IN" sz="1200" dirty="0">
                <a:latin typeface="Times New Roman" panose="02020603050405020304" pitchFamily="18" charset="0"/>
                <a:cs typeface="Times New Roman" panose="02020603050405020304" pitchFamily="18" charset="0"/>
              </a:rPr>
              <a:t>Tools/Robotic Crawlers</a:t>
            </a:r>
          </a:p>
        </p:txBody>
      </p:sp>
      <p:sp>
        <p:nvSpPr>
          <p:cNvPr id="28" name="TextBox 27">
            <a:extLst>
              <a:ext uri="{FF2B5EF4-FFF2-40B4-BE49-F238E27FC236}">
                <a16:creationId xmlns:a16="http://schemas.microsoft.com/office/drawing/2014/main" id="{289B1C92-1E22-F984-B175-F97DDF357CED}"/>
              </a:ext>
            </a:extLst>
          </p:cNvPr>
          <p:cNvSpPr txBox="1"/>
          <p:nvPr/>
        </p:nvSpPr>
        <p:spPr>
          <a:xfrm>
            <a:off x="697166" y="4581817"/>
            <a:ext cx="1501270"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Raw Inspection Data</a:t>
            </a:r>
          </a:p>
        </p:txBody>
      </p:sp>
      <p:cxnSp>
        <p:nvCxnSpPr>
          <p:cNvPr id="30" name="Straight Arrow Connector 29">
            <a:extLst>
              <a:ext uri="{FF2B5EF4-FFF2-40B4-BE49-F238E27FC236}">
                <a16:creationId xmlns:a16="http://schemas.microsoft.com/office/drawing/2014/main" id="{65C03FBE-167C-E35B-8291-48AFB61B51C6}"/>
              </a:ext>
            </a:extLst>
          </p:cNvPr>
          <p:cNvCxnSpPr>
            <a:cxnSpLocks/>
            <a:stCxn id="27" idx="2"/>
            <a:endCxn id="23" idx="0"/>
          </p:cNvCxnSpPr>
          <p:nvPr/>
        </p:nvCxnSpPr>
        <p:spPr>
          <a:xfrm flipH="1">
            <a:off x="1432858" y="3565703"/>
            <a:ext cx="1" cy="36226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E3786E67-7C80-68B4-EE27-D3C02BCCBABA}"/>
              </a:ext>
            </a:extLst>
          </p:cNvPr>
          <p:cNvCxnSpPr>
            <a:stCxn id="28" idx="2"/>
            <a:endCxn id="25" idx="0"/>
          </p:cNvCxnSpPr>
          <p:nvPr/>
        </p:nvCxnSpPr>
        <p:spPr>
          <a:xfrm>
            <a:off x="1447801" y="4858816"/>
            <a:ext cx="4109" cy="3992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9" name="Picture 38">
            <a:extLst>
              <a:ext uri="{FF2B5EF4-FFF2-40B4-BE49-F238E27FC236}">
                <a16:creationId xmlns:a16="http://schemas.microsoft.com/office/drawing/2014/main" id="{9B5BEA74-57E8-96D6-9DE3-59106345AB2A}"/>
              </a:ext>
            </a:extLst>
          </p:cNvPr>
          <p:cNvPicPr>
            <a:picLocks noChangeAspect="1"/>
          </p:cNvPicPr>
          <p:nvPr/>
        </p:nvPicPr>
        <p:blipFill>
          <a:blip r:embed="rId5"/>
          <a:stretch>
            <a:fillRect/>
          </a:stretch>
        </p:blipFill>
        <p:spPr>
          <a:xfrm>
            <a:off x="485639" y="5824130"/>
            <a:ext cx="1962424" cy="752580"/>
          </a:xfrm>
          <a:prstGeom prst="rect">
            <a:avLst/>
          </a:prstGeom>
        </p:spPr>
      </p:pic>
      <p:pic>
        <p:nvPicPr>
          <p:cNvPr id="41" name="Picture 40">
            <a:extLst>
              <a:ext uri="{FF2B5EF4-FFF2-40B4-BE49-F238E27FC236}">
                <a16:creationId xmlns:a16="http://schemas.microsoft.com/office/drawing/2014/main" id="{FA0B426D-05BD-18DF-9AB4-6D307CC3D23C}"/>
              </a:ext>
            </a:extLst>
          </p:cNvPr>
          <p:cNvPicPr>
            <a:picLocks noChangeAspect="1"/>
          </p:cNvPicPr>
          <p:nvPr/>
        </p:nvPicPr>
        <p:blipFill>
          <a:blip r:embed="rId6"/>
          <a:stretch>
            <a:fillRect/>
          </a:stretch>
        </p:blipFill>
        <p:spPr>
          <a:xfrm>
            <a:off x="3657471" y="2342866"/>
            <a:ext cx="1829055" cy="676369"/>
          </a:xfrm>
          <a:prstGeom prst="rect">
            <a:avLst/>
          </a:prstGeom>
        </p:spPr>
      </p:pic>
      <p:sp>
        <p:nvSpPr>
          <p:cNvPr id="42" name="TextBox 41">
            <a:extLst>
              <a:ext uri="{FF2B5EF4-FFF2-40B4-BE49-F238E27FC236}">
                <a16:creationId xmlns:a16="http://schemas.microsoft.com/office/drawing/2014/main" id="{ACDD0B0F-EE8E-A603-A2A1-B3AFBE038F76}"/>
              </a:ext>
            </a:extLst>
          </p:cNvPr>
          <p:cNvSpPr txBox="1"/>
          <p:nvPr/>
        </p:nvSpPr>
        <p:spPr>
          <a:xfrm>
            <a:off x="3581400" y="2065867"/>
            <a:ext cx="2065867"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Preprocess &amp; Enhance Data</a:t>
            </a:r>
          </a:p>
        </p:txBody>
      </p:sp>
      <p:pic>
        <p:nvPicPr>
          <p:cNvPr id="44" name="Picture 43">
            <a:extLst>
              <a:ext uri="{FF2B5EF4-FFF2-40B4-BE49-F238E27FC236}">
                <a16:creationId xmlns:a16="http://schemas.microsoft.com/office/drawing/2014/main" id="{5699D686-F903-CF05-CFF0-0F564D0A3E30}"/>
              </a:ext>
            </a:extLst>
          </p:cNvPr>
          <p:cNvPicPr>
            <a:picLocks noChangeAspect="1"/>
          </p:cNvPicPr>
          <p:nvPr/>
        </p:nvPicPr>
        <p:blipFill>
          <a:blip r:embed="rId7"/>
          <a:stretch>
            <a:fillRect/>
          </a:stretch>
        </p:blipFill>
        <p:spPr>
          <a:xfrm>
            <a:off x="3930909" y="3362511"/>
            <a:ext cx="1272650" cy="1219306"/>
          </a:xfrm>
          <a:prstGeom prst="rect">
            <a:avLst/>
          </a:prstGeom>
        </p:spPr>
      </p:pic>
      <p:cxnSp>
        <p:nvCxnSpPr>
          <p:cNvPr id="46" name="Straight Arrow Connector 45">
            <a:extLst>
              <a:ext uri="{FF2B5EF4-FFF2-40B4-BE49-F238E27FC236}">
                <a16:creationId xmlns:a16="http://schemas.microsoft.com/office/drawing/2014/main" id="{B789386C-2766-0FCF-43D0-0AC0404E71C7}"/>
              </a:ext>
            </a:extLst>
          </p:cNvPr>
          <p:cNvCxnSpPr>
            <a:stCxn id="41" idx="2"/>
            <a:endCxn id="44" idx="0"/>
          </p:cNvCxnSpPr>
          <p:nvPr/>
        </p:nvCxnSpPr>
        <p:spPr>
          <a:xfrm flipH="1">
            <a:off x="4567234" y="3019235"/>
            <a:ext cx="4765" cy="3432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7" name="TextBox 46">
            <a:extLst>
              <a:ext uri="{FF2B5EF4-FFF2-40B4-BE49-F238E27FC236}">
                <a16:creationId xmlns:a16="http://schemas.microsoft.com/office/drawing/2014/main" id="{1C5FB7B8-130B-3756-3A68-DB1BC80FEF22}"/>
              </a:ext>
            </a:extLst>
          </p:cNvPr>
          <p:cNvSpPr txBox="1"/>
          <p:nvPr/>
        </p:nvSpPr>
        <p:spPr>
          <a:xfrm>
            <a:off x="3990045" y="4940808"/>
            <a:ext cx="1154378"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Processed Data</a:t>
            </a:r>
          </a:p>
        </p:txBody>
      </p:sp>
      <p:cxnSp>
        <p:nvCxnSpPr>
          <p:cNvPr id="49" name="Straight Arrow Connector 48">
            <a:extLst>
              <a:ext uri="{FF2B5EF4-FFF2-40B4-BE49-F238E27FC236}">
                <a16:creationId xmlns:a16="http://schemas.microsoft.com/office/drawing/2014/main" id="{0671A000-BF86-D555-BDF9-4938F9173047}"/>
              </a:ext>
            </a:extLst>
          </p:cNvPr>
          <p:cNvCxnSpPr>
            <a:cxnSpLocks/>
            <a:stCxn id="44" idx="2"/>
            <a:endCxn id="47" idx="0"/>
          </p:cNvCxnSpPr>
          <p:nvPr/>
        </p:nvCxnSpPr>
        <p:spPr>
          <a:xfrm>
            <a:off x="4567234" y="4581817"/>
            <a:ext cx="0" cy="3589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52" name="Picture 51">
            <a:extLst>
              <a:ext uri="{FF2B5EF4-FFF2-40B4-BE49-F238E27FC236}">
                <a16:creationId xmlns:a16="http://schemas.microsoft.com/office/drawing/2014/main" id="{26927170-7677-01FE-AC02-4D8A4C092896}"/>
              </a:ext>
            </a:extLst>
          </p:cNvPr>
          <p:cNvPicPr>
            <a:picLocks noChangeAspect="1"/>
          </p:cNvPicPr>
          <p:nvPr/>
        </p:nvPicPr>
        <p:blipFill>
          <a:blip r:embed="rId8"/>
          <a:stretch>
            <a:fillRect/>
          </a:stretch>
        </p:blipFill>
        <p:spPr>
          <a:xfrm>
            <a:off x="3825594" y="5217807"/>
            <a:ext cx="1577477" cy="464860"/>
          </a:xfrm>
          <a:prstGeom prst="rect">
            <a:avLst/>
          </a:prstGeom>
        </p:spPr>
      </p:pic>
      <p:pic>
        <p:nvPicPr>
          <p:cNvPr id="54" name="Picture 53">
            <a:extLst>
              <a:ext uri="{FF2B5EF4-FFF2-40B4-BE49-F238E27FC236}">
                <a16:creationId xmlns:a16="http://schemas.microsoft.com/office/drawing/2014/main" id="{D009E4A6-FCAB-0A65-4C86-F51F484B6C07}"/>
              </a:ext>
            </a:extLst>
          </p:cNvPr>
          <p:cNvPicPr>
            <a:picLocks noChangeAspect="1"/>
          </p:cNvPicPr>
          <p:nvPr/>
        </p:nvPicPr>
        <p:blipFill>
          <a:blip r:embed="rId9"/>
          <a:stretch>
            <a:fillRect/>
          </a:stretch>
        </p:blipFill>
        <p:spPr>
          <a:xfrm>
            <a:off x="3642646" y="5795612"/>
            <a:ext cx="1943371" cy="771633"/>
          </a:xfrm>
          <a:prstGeom prst="rect">
            <a:avLst/>
          </a:prstGeom>
        </p:spPr>
      </p:pic>
      <p:sp>
        <p:nvSpPr>
          <p:cNvPr id="55" name="TextBox 54">
            <a:extLst>
              <a:ext uri="{FF2B5EF4-FFF2-40B4-BE49-F238E27FC236}">
                <a16:creationId xmlns:a16="http://schemas.microsoft.com/office/drawing/2014/main" id="{04FF6CD8-7AB2-5221-1440-93C170923D62}"/>
              </a:ext>
            </a:extLst>
          </p:cNvPr>
          <p:cNvSpPr txBox="1"/>
          <p:nvPr/>
        </p:nvSpPr>
        <p:spPr>
          <a:xfrm>
            <a:off x="6629400" y="1938866"/>
            <a:ext cx="2065869"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Corrosion/Defect Annotation</a:t>
            </a:r>
          </a:p>
        </p:txBody>
      </p:sp>
      <p:pic>
        <p:nvPicPr>
          <p:cNvPr id="60" name="Picture 59">
            <a:extLst>
              <a:ext uri="{FF2B5EF4-FFF2-40B4-BE49-F238E27FC236}">
                <a16:creationId xmlns:a16="http://schemas.microsoft.com/office/drawing/2014/main" id="{822905CE-6CF8-B04C-ABFB-51B8BEA6F46F}"/>
              </a:ext>
            </a:extLst>
          </p:cNvPr>
          <p:cNvPicPr>
            <a:picLocks noChangeAspect="1"/>
          </p:cNvPicPr>
          <p:nvPr/>
        </p:nvPicPr>
        <p:blipFill>
          <a:blip r:embed="rId10"/>
          <a:stretch>
            <a:fillRect/>
          </a:stretch>
        </p:blipFill>
        <p:spPr>
          <a:xfrm>
            <a:off x="6814803" y="2146394"/>
            <a:ext cx="1590897" cy="685896"/>
          </a:xfrm>
          <a:prstGeom prst="rect">
            <a:avLst/>
          </a:prstGeom>
        </p:spPr>
      </p:pic>
      <p:pic>
        <p:nvPicPr>
          <p:cNvPr id="62" name="Picture 61">
            <a:extLst>
              <a:ext uri="{FF2B5EF4-FFF2-40B4-BE49-F238E27FC236}">
                <a16:creationId xmlns:a16="http://schemas.microsoft.com/office/drawing/2014/main" id="{85FF33C3-C90D-BF5C-A111-F654582752B5}"/>
              </a:ext>
            </a:extLst>
          </p:cNvPr>
          <p:cNvPicPr>
            <a:picLocks noChangeAspect="1"/>
          </p:cNvPicPr>
          <p:nvPr/>
        </p:nvPicPr>
        <p:blipFill>
          <a:blip r:embed="rId11"/>
          <a:stretch>
            <a:fillRect/>
          </a:stretch>
        </p:blipFill>
        <p:spPr>
          <a:xfrm>
            <a:off x="7004345" y="3062894"/>
            <a:ext cx="1428949" cy="581106"/>
          </a:xfrm>
          <a:prstGeom prst="rect">
            <a:avLst/>
          </a:prstGeom>
        </p:spPr>
      </p:pic>
      <p:pic>
        <p:nvPicPr>
          <p:cNvPr id="64" name="Picture 63">
            <a:extLst>
              <a:ext uri="{FF2B5EF4-FFF2-40B4-BE49-F238E27FC236}">
                <a16:creationId xmlns:a16="http://schemas.microsoft.com/office/drawing/2014/main" id="{12CF2D5F-0E01-7F72-EAFA-3072BE4B108A}"/>
              </a:ext>
            </a:extLst>
          </p:cNvPr>
          <p:cNvPicPr>
            <a:picLocks noChangeAspect="1"/>
          </p:cNvPicPr>
          <p:nvPr/>
        </p:nvPicPr>
        <p:blipFill>
          <a:blip r:embed="rId12"/>
          <a:stretch>
            <a:fillRect/>
          </a:stretch>
        </p:blipFill>
        <p:spPr>
          <a:xfrm>
            <a:off x="6742371" y="3795617"/>
            <a:ext cx="1952898" cy="1076475"/>
          </a:xfrm>
          <a:prstGeom prst="rect">
            <a:avLst/>
          </a:prstGeom>
        </p:spPr>
      </p:pic>
      <p:pic>
        <p:nvPicPr>
          <p:cNvPr id="66" name="Picture 65">
            <a:extLst>
              <a:ext uri="{FF2B5EF4-FFF2-40B4-BE49-F238E27FC236}">
                <a16:creationId xmlns:a16="http://schemas.microsoft.com/office/drawing/2014/main" id="{69261985-7E50-6467-815F-556639A76878}"/>
              </a:ext>
            </a:extLst>
          </p:cNvPr>
          <p:cNvPicPr>
            <a:picLocks noChangeAspect="1"/>
          </p:cNvPicPr>
          <p:nvPr/>
        </p:nvPicPr>
        <p:blipFill>
          <a:blip r:embed="rId13"/>
          <a:stretch>
            <a:fillRect/>
          </a:stretch>
        </p:blipFill>
        <p:spPr>
          <a:xfrm>
            <a:off x="6704266" y="5363931"/>
            <a:ext cx="1991003" cy="476316"/>
          </a:xfrm>
          <a:prstGeom prst="rect">
            <a:avLst/>
          </a:prstGeom>
        </p:spPr>
      </p:pic>
      <p:pic>
        <p:nvPicPr>
          <p:cNvPr id="68" name="Picture 67">
            <a:extLst>
              <a:ext uri="{FF2B5EF4-FFF2-40B4-BE49-F238E27FC236}">
                <a16:creationId xmlns:a16="http://schemas.microsoft.com/office/drawing/2014/main" id="{DF351298-2A32-9722-FB17-47F061646FB6}"/>
              </a:ext>
            </a:extLst>
          </p:cNvPr>
          <p:cNvPicPr>
            <a:picLocks noChangeAspect="1"/>
          </p:cNvPicPr>
          <p:nvPr/>
        </p:nvPicPr>
        <p:blipFill>
          <a:blip r:embed="rId14"/>
          <a:stretch>
            <a:fillRect/>
          </a:stretch>
        </p:blipFill>
        <p:spPr>
          <a:xfrm>
            <a:off x="6706533" y="5888684"/>
            <a:ext cx="1981477" cy="743054"/>
          </a:xfrm>
          <a:prstGeom prst="rect">
            <a:avLst/>
          </a:prstGeom>
        </p:spPr>
      </p:pic>
      <p:sp>
        <p:nvSpPr>
          <p:cNvPr id="69" name="TextBox 68">
            <a:extLst>
              <a:ext uri="{FF2B5EF4-FFF2-40B4-BE49-F238E27FC236}">
                <a16:creationId xmlns:a16="http://schemas.microsoft.com/office/drawing/2014/main" id="{3ABC89EE-FDE5-227C-6F45-18A97A722ACF}"/>
              </a:ext>
            </a:extLst>
          </p:cNvPr>
          <p:cNvSpPr txBox="1"/>
          <p:nvPr/>
        </p:nvSpPr>
        <p:spPr>
          <a:xfrm>
            <a:off x="7004345" y="2785895"/>
            <a:ext cx="1690924"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Expert Annotation</a:t>
            </a:r>
          </a:p>
        </p:txBody>
      </p:sp>
      <p:cxnSp>
        <p:nvCxnSpPr>
          <p:cNvPr id="71" name="Straight Arrow Connector 70">
            <a:extLst>
              <a:ext uri="{FF2B5EF4-FFF2-40B4-BE49-F238E27FC236}">
                <a16:creationId xmlns:a16="http://schemas.microsoft.com/office/drawing/2014/main" id="{E5807500-D886-F34F-2B72-A498265C5A64}"/>
              </a:ext>
            </a:extLst>
          </p:cNvPr>
          <p:cNvCxnSpPr>
            <a:stCxn id="62" idx="2"/>
            <a:endCxn id="64" idx="0"/>
          </p:cNvCxnSpPr>
          <p:nvPr/>
        </p:nvCxnSpPr>
        <p:spPr>
          <a:xfrm>
            <a:off x="7718820" y="3644000"/>
            <a:ext cx="0" cy="15161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8" name="TextBox 77">
            <a:extLst>
              <a:ext uri="{FF2B5EF4-FFF2-40B4-BE49-F238E27FC236}">
                <a16:creationId xmlns:a16="http://schemas.microsoft.com/office/drawing/2014/main" id="{2046C441-3765-D8B2-AA9D-86458CC74AB9}"/>
              </a:ext>
            </a:extLst>
          </p:cNvPr>
          <p:cNvSpPr txBox="1"/>
          <p:nvPr/>
        </p:nvSpPr>
        <p:spPr>
          <a:xfrm>
            <a:off x="7016085" y="5119593"/>
            <a:ext cx="1405467" cy="276999"/>
          </a:xfrm>
          <a:prstGeom prst="rect">
            <a:avLst/>
          </a:prstGeom>
          <a:noFill/>
        </p:spPr>
        <p:txBody>
          <a:bodyPr wrap="square" rtlCol="0">
            <a:spAutoFit/>
          </a:bodyPr>
          <a:lstStyle/>
          <a:p>
            <a:r>
              <a:rPr lang="en-IN" sz="1200" dirty="0" err="1">
                <a:latin typeface="Times New Roman" panose="02020603050405020304" pitchFamily="18" charset="0"/>
                <a:cs typeface="Times New Roman" panose="02020603050405020304" pitchFamily="18" charset="0"/>
              </a:rPr>
              <a:t>Annontated</a:t>
            </a:r>
            <a:r>
              <a:rPr lang="en-IN" sz="1200" dirty="0">
                <a:latin typeface="Times New Roman" panose="02020603050405020304" pitchFamily="18" charset="0"/>
                <a:cs typeface="Times New Roman" panose="02020603050405020304" pitchFamily="18" charset="0"/>
              </a:rPr>
              <a:t> Dataset</a:t>
            </a:r>
          </a:p>
        </p:txBody>
      </p:sp>
      <p:cxnSp>
        <p:nvCxnSpPr>
          <p:cNvPr id="80" name="Straight Arrow Connector 79">
            <a:extLst>
              <a:ext uri="{FF2B5EF4-FFF2-40B4-BE49-F238E27FC236}">
                <a16:creationId xmlns:a16="http://schemas.microsoft.com/office/drawing/2014/main" id="{FD0977F6-BAB4-ACE1-3268-FC1EC54A4F7F}"/>
              </a:ext>
            </a:extLst>
          </p:cNvPr>
          <p:cNvCxnSpPr>
            <a:stCxn id="64" idx="2"/>
            <a:endCxn id="78" idx="0"/>
          </p:cNvCxnSpPr>
          <p:nvPr/>
        </p:nvCxnSpPr>
        <p:spPr>
          <a:xfrm flipH="1">
            <a:off x="7718819" y="4872092"/>
            <a:ext cx="1" cy="2475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83" name="Picture 82">
            <a:extLst>
              <a:ext uri="{FF2B5EF4-FFF2-40B4-BE49-F238E27FC236}">
                <a16:creationId xmlns:a16="http://schemas.microsoft.com/office/drawing/2014/main" id="{C23EBA1C-958F-BDCF-E787-A693FE9C36B3}"/>
              </a:ext>
            </a:extLst>
          </p:cNvPr>
          <p:cNvPicPr>
            <a:picLocks noChangeAspect="1"/>
          </p:cNvPicPr>
          <p:nvPr/>
        </p:nvPicPr>
        <p:blipFill>
          <a:blip r:embed="rId15"/>
          <a:stretch>
            <a:fillRect/>
          </a:stretch>
        </p:blipFill>
        <p:spPr>
          <a:xfrm>
            <a:off x="10158328" y="2232131"/>
            <a:ext cx="1171739" cy="1200318"/>
          </a:xfrm>
          <a:prstGeom prst="rect">
            <a:avLst/>
          </a:prstGeom>
        </p:spPr>
      </p:pic>
      <p:sp>
        <p:nvSpPr>
          <p:cNvPr id="84" name="TextBox 83">
            <a:extLst>
              <a:ext uri="{FF2B5EF4-FFF2-40B4-BE49-F238E27FC236}">
                <a16:creationId xmlns:a16="http://schemas.microsoft.com/office/drawing/2014/main" id="{3C668A80-C732-0FEF-2FEF-9D056B4879B7}"/>
              </a:ext>
            </a:extLst>
          </p:cNvPr>
          <p:cNvSpPr txBox="1"/>
          <p:nvPr/>
        </p:nvSpPr>
        <p:spPr>
          <a:xfrm>
            <a:off x="10083800" y="1928639"/>
            <a:ext cx="1667934"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Store &amp; Manage Data</a:t>
            </a:r>
          </a:p>
        </p:txBody>
      </p:sp>
      <p:pic>
        <p:nvPicPr>
          <p:cNvPr id="86" name="Picture 85">
            <a:extLst>
              <a:ext uri="{FF2B5EF4-FFF2-40B4-BE49-F238E27FC236}">
                <a16:creationId xmlns:a16="http://schemas.microsoft.com/office/drawing/2014/main" id="{99D6DD84-BA3F-9AC9-6D3E-996A1376BF60}"/>
              </a:ext>
            </a:extLst>
          </p:cNvPr>
          <p:cNvPicPr>
            <a:picLocks noChangeAspect="1"/>
          </p:cNvPicPr>
          <p:nvPr/>
        </p:nvPicPr>
        <p:blipFill>
          <a:blip r:embed="rId16"/>
          <a:stretch>
            <a:fillRect/>
          </a:stretch>
        </p:blipFill>
        <p:spPr>
          <a:xfrm>
            <a:off x="10042924" y="3746837"/>
            <a:ext cx="1425063" cy="1051651"/>
          </a:xfrm>
          <a:prstGeom prst="rect">
            <a:avLst/>
          </a:prstGeom>
        </p:spPr>
      </p:pic>
      <p:pic>
        <p:nvPicPr>
          <p:cNvPr id="88" name="Picture 87">
            <a:extLst>
              <a:ext uri="{FF2B5EF4-FFF2-40B4-BE49-F238E27FC236}">
                <a16:creationId xmlns:a16="http://schemas.microsoft.com/office/drawing/2014/main" id="{A8BC08C3-83A9-68A2-8EA4-BCB76C2895C6}"/>
              </a:ext>
            </a:extLst>
          </p:cNvPr>
          <p:cNvPicPr>
            <a:picLocks noChangeAspect="1"/>
          </p:cNvPicPr>
          <p:nvPr/>
        </p:nvPicPr>
        <p:blipFill>
          <a:blip r:embed="rId17"/>
          <a:stretch>
            <a:fillRect/>
          </a:stretch>
        </p:blipFill>
        <p:spPr>
          <a:xfrm>
            <a:off x="9873191" y="5291889"/>
            <a:ext cx="1848108" cy="1324160"/>
          </a:xfrm>
          <a:prstGeom prst="rect">
            <a:avLst/>
          </a:prstGeom>
        </p:spPr>
      </p:pic>
      <p:sp>
        <p:nvSpPr>
          <p:cNvPr id="89" name="TextBox 88">
            <a:extLst>
              <a:ext uri="{FF2B5EF4-FFF2-40B4-BE49-F238E27FC236}">
                <a16:creationId xmlns:a16="http://schemas.microsoft.com/office/drawing/2014/main" id="{AA57BB19-C162-9E6F-524A-03593BD39AE3}"/>
              </a:ext>
            </a:extLst>
          </p:cNvPr>
          <p:cNvSpPr txBox="1"/>
          <p:nvPr/>
        </p:nvSpPr>
        <p:spPr>
          <a:xfrm>
            <a:off x="9921480" y="5058454"/>
            <a:ext cx="1667934"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Analysis &amp; Application</a:t>
            </a:r>
          </a:p>
        </p:txBody>
      </p:sp>
      <p:cxnSp>
        <p:nvCxnSpPr>
          <p:cNvPr id="91" name="Straight Arrow Connector 90">
            <a:extLst>
              <a:ext uri="{FF2B5EF4-FFF2-40B4-BE49-F238E27FC236}">
                <a16:creationId xmlns:a16="http://schemas.microsoft.com/office/drawing/2014/main" id="{FEF8E4CC-DF93-E22C-3512-978660A8639C}"/>
              </a:ext>
            </a:extLst>
          </p:cNvPr>
          <p:cNvCxnSpPr>
            <a:stCxn id="86" idx="2"/>
            <a:endCxn id="89" idx="0"/>
          </p:cNvCxnSpPr>
          <p:nvPr/>
        </p:nvCxnSpPr>
        <p:spPr>
          <a:xfrm flipH="1">
            <a:off x="10755447" y="4798488"/>
            <a:ext cx="9" cy="25996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4" name="Straight Arrow Connector 93">
            <a:extLst>
              <a:ext uri="{FF2B5EF4-FFF2-40B4-BE49-F238E27FC236}">
                <a16:creationId xmlns:a16="http://schemas.microsoft.com/office/drawing/2014/main" id="{9BD50EEE-DF51-F27C-F169-69EC2E59D7B0}"/>
              </a:ext>
            </a:extLst>
          </p:cNvPr>
          <p:cNvCxnSpPr>
            <a:stCxn id="83" idx="2"/>
            <a:endCxn id="86" idx="0"/>
          </p:cNvCxnSpPr>
          <p:nvPr/>
        </p:nvCxnSpPr>
        <p:spPr>
          <a:xfrm>
            <a:off x="10744198" y="3432449"/>
            <a:ext cx="11258" cy="3143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46871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286</Words>
  <Application>Microsoft Office PowerPoint</Application>
  <PresentationFormat>Widescreen</PresentationFormat>
  <Paragraphs>26</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Times New Roman</vt:lpstr>
      <vt:lpstr>Office Theme</vt:lpstr>
      <vt:lpstr>SIMATS ENGINEERING</vt:lpstr>
      <vt:lpstr>ABSTRACT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BHAVYA SRI Y</dc:creator>
  <cp:lastModifiedBy>BHAVYA SRI Y</cp:lastModifiedBy>
  <cp:revision>1</cp:revision>
  <dcterms:created xsi:type="dcterms:W3CDTF">2026-07-17T08:48:08Z</dcterms:created>
  <dcterms:modified xsi:type="dcterms:W3CDTF">2026-07-24T03:34:28Z</dcterms:modified>
</cp:coreProperties>
</file>